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2" r:id="rId1"/>
    <p:sldMasterId id="2147483777" r:id="rId2"/>
  </p:sldMasterIdLst>
  <p:notesMasterIdLst>
    <p:notesMasterId r:id="rId16"/>
  </p:notesMasterIdLst>
  <p:handoutMasterIdLst>
    <p:handoutMasterId r:id="rId17"/>
  </p:handoutMasterIdLst>
  <p:sldIdLst>
    <p:sldId id="1477" r:id="rId3"/>
    <p:sldId id="1639" r:id="rId4"/>
    <p:sldId id="1620" r:id="rId5"/>
    <p:sldId id="1633" r:id="rId6"/>
    <p:sldId id="1640" r:id="rId7"/>
    <p:sldId id="1636" r:id="rId8"/>
    <p:sldId id="1637" r:id="rId9"/>
    <p:sldId id="1666" r:id="rId10"/>
    <p:sldId id="1634" r:id="rId11"/>
    <p:sldId id="1706" r:id="rId12"/>
    <p:sldId id="1684" r:id="rId13"/>
    <p:sldId id="2145705827" r:id="rId14"/>
    <p:sldId id="2145705828" r:id="rId15"/>
  </p:sldIdLst>
  <p:sldSz cx="9144000" cy="6858000" type="screen4x3"/>
  <p:notesSz cx="7104063" cy="10234613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Verdana" pitchFamily="34" charset="0"/>
        <a:ea typeface="ＭＳ Ｐゴシック"/>
        <a:cs typeface="ＭＳ Ｐゴシック"/>
      </a:defRPr>
    </a:lvl1pPr>
    <a:lvl2pPr marL="4572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Verdana" pitchFamily="34" charset="0"/>
        <a:ea typeface="ＭＳ Ｐゴシック"/>
        <a:cs typeface="ＭＳ Ｐゴシック"/>
      </a:defRPr>
    </a:lvl2pPr>
    <a:lvl3pPr marL="9144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Verdana" pitchFamily="34" charset="0"/>
        <a:ea typeface="ＭＳ Ｐゴシック"/>
        <a:cs typeface="ＭＳ Ｐゴシック"/>
      </a:defRPr>
    </a:lvl3pPr>
    <a:lvl4pPr marL="13716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Verdana" pitchFamily="34" charset="0"/>
        <a:ea typeface="ＭＳ Ｐゴシック"/>
        <a:cs typeface="ＭＳ Ｐゴシック"/>
      </a:defRPr>
    </a:lvl4pPr>
    <a:lvl5pPr marL="18288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Verdana" pitchFamily="34" charset="0"/>
        <a:ea typeface="ＭＳ Ｐゴシック"/>
        <a:cs typeface="ＭＳ Ｐゴシック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Verdana" pitchFamily="34" charset="0"/>
        <a:ea typeface="ＭＳ Ｐゴシック"/>
        <a:cs typeface="ＭＳ Ｐゴシック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Verdana" pitchFamily="34" charset="0"/>
        <a:ea typeface="ＭＳ Ｐゴシック"/>
        <a:cs typeface="ＭＳ Ｐゴシック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Verdana" pitchFamily="34" charset="0"/>
        <a:ea typeface="ＭＳ Ｐゴシック"/>
        <a:cs typeface="ＭＳ Ｐゴシック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Verdana" pitchFamily="34" charset="0"/>
        <a:ea typeface="ＭＳ Ｐゴシック"/>
        <a:cs typeface="ＭＳ Ｐゴシック"/>
      </a:defRPr>
    </a:lvl9pPr>
  </p:defaultTextStyle>
  <p:extLst>
    <p:ext uri="{EFAFB233-063F-42B5-8137-9DF3F51BA10A}">
      <p15:sldGuideLst xmlns:p15="http://schemas.microsoft.com/office/powerpoint/2012/main">
        <p15:guide id="1" orient="horz">
          <p15:clr>
            <a:srgbClr val="A4A3A4"/>
          </p15:clr>
        </p15:guide>
        <p15:guide id="2" pos="5753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ieland" initials="w" lastIdx="4" clrIdx="0">
    <p:extLst>
      <p:ext uri="{19B8F6BF-5375-455C-9EA6-DF929625EA0E}">
        <p15:presenceInfo xmlns:p15="http://schemas.microsoft.com/office/powerpoint/2012/main" userId="wieland" providerId="None"/>
      </p:ext>
    </p:extLst>
  </p:cmAuthor>
  <p:cmAuthor id="2" name="bproell" initials="b" lastIdx="15" clrIdx="1">
    <p:extLst>
      <p:ext uri="{19B8F6BF-5375-455C-9EA6-DF929625EA0E}">
        <p15:presenceInfo xmlns:p15="http://schemas.microsoft.com/office/powerpoint/2012/main" userId="bproell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497D"/>
    <a:srgbClr val="0070C0"/>
    <a:srgbClr val="C6DAF2"/>
    <a:srgbClr val="90F391"/>
    <a:srgbClr val="0CE58A"/>
    <a:srgbClr val="04F790"/>
    <a:srgbClr val="5DDE50"/>
    <a:srgbClr val="A2F391"/>
    <a:srgbClr val="FFFFFF"/>
    <a:srgbClr val="01FF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3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5445" autoAdjust="0"/>
    <p:restoredTop sz="95982" autoAdjust="0"/>
  </p:normalViewPr>
  <p:slideViewPr>
    <p:cSldViewPr snapToGrid="0">
      <p:cViewPr varScale="1">
        <p:scale>
          <a:sx n="139" d="100"/>
          <a:sy n="139" d="100"/>
        </p:scale>
        <p:origin x="324" y="126"/>
      </p:cViewPr>
      <p:guideLst>
        <p:guide orient="horz"/>
        <p:guide pos="575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commentAuthors" Target="commentAuthors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image" Target="../media/image3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9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2"/>
            <a:ext cx="3077051" cy="5111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5056" tIns="47528" rIns="95056" bIns="47528" numCol="1" anchor="t" anchorCtr="0" compatLnSpc="1">
            <a:prstTxWarp prst="textNoShape">
              <a:avLst/>
            </a:prstTxWarp>
          </a:bodyPr>
          <a:lstStyle>
            <a:lvl1pPr defTabSz="951015" eaLnBrk="1" hangingPunct="1">
              <a:defRPr sz="1300">
                <a:latin typeface="Arial" charset="0"/>
                <a:ea typeface="ＭＳ Ｐゴシック" charset="0"/>
                <a:cs typeface="Arial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46694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5424" y="2"/>
            <a:ext cx="3077051" cy="5111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5056" tIns="47528" rIns="95056" bIns="47528" numCol="1" anchor="t" anchorCtr="0" compatLnSpc="1">
            <a:prstTxWarp prst="textNoShape">
              <a:avLst/>
            </a:prstTxWarp>
          </a:bodyPr>
          <a:lstStyle>
            <a:lvl1pPr algn="r" defTabSz="951015" eaLnBrk="1" hangingPunct="1">
              <a:defRPr sz="1300">
                <a:latin typeface="Arial" charset="0"/>
                <a:ea typeface="ＭＳ Ｐゴシック" charset="0"/>
                <a:cs typeface="Arial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46694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54"/>
            <a:ext cx="3077051" cy="5111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5056" tIns="47528" rIns="95056" bIns="47528" numCol="1" anchor="b" anchorCtr="0" compatLnSpc="1">
            <a:prstTxWarp prst="textNoShape">
              <a:avLst/>
            </a:prstTxWarp>
          </a:bodyPr>
          <a:lstStyle>
            <a:lvl1pPr defTabSz="951015" eaLnBrk="1" hangingPunct="1">
              <a:defRPr sz="1300">
                <a:latin typeface="Arial" charset="0"/>
                <a:ea typeface="ＭＳ Ｐゴシック" charset="0"/>
                <a:cs typeface="Arial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46694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5424" y="9721854"/>
            <a:ext cx="3077051" cy="5111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5056" tIns="47528" rIns="95056" bIns="47528" numCol="1" anchor="b" anchorCtr="0" compatLnSpc="1">
            <a:prstTxWarp prst="textNoShape">
              <a:avLst/>
            </a:prstTxWarp>
          </a:bodyPr>
          <a:lstStyle>
            <a:lvl1pPr algn="r" defTabSz="951015" eaLnBrk="1" hangingPunct="1">
              <a:defRPr sz="1300">
                <a:latin typeface="Arial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fld id="{BA5D30E2-6612-4DD1-A17F-030949D3555D}" type="slidenum">
              <a:rPr lang="de-DE" altLang="x-none"/>
              <a:pPr>
                <a:defRPr/>
              </a:pPr>
              <a:t>‹Nr.›</a:t>
            </a:fld>
            <a:endParaRPr lang="de-DE" altLang="x-none"/>
          </a:p>
        </p:txBody>
      </p:sp>
    </p:spTree>
    <p:extLst>
      <p:ext uri="{BB962C8B-B14F-4D97-AF65-F5344CB8AC3E}">
        <p14:creationId xmlns:p14="http://schemas.microsoft.com/office/powerpoint/2010/main" val="7403560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2"/>
            <a:ext cx="3077051" cy="5111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5056" tIns="47528" rIns="95056" bIns="47528" numCol="1" anchor="t" anchorCtr="0" compatLnSpc="1">
            <a:prstTxWarp prst="textNoShape">
              <a:avLst/>
            </a:prstTxWarp>
          </a:bodyPr>
          <a:lstStyle>
            <a:lvl1pPr defTabSz="951015" eaLnBrk="1" hangingPunct="1">
              <a:defRPr sz="1300">
                <a:latin typeface="Arial" charset="0"/>
                <a:ea typeface="ＭＳ Ｐゴシック" charset="0"/>
                <a:cs typeface="Arial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5424" y="2"/>
            <a:ext cx="3077051" cy="5111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5056" tIns="47528" rIns="95056" bIns="47528" numCol="1" anchor="t" anchorCtr="0" compatLnSpc="1">
            <a:prstTxWarp prst="textNoShape">
              <a:avLst/>
            </a:prstTxWarp>
          </a:bodyPr>
          <a:lstStyle>
            <a:lvl1pPr algn="r" defTabSz="951015" eaLnBrk="1" hangingPunct="1">
              <a:defRPr sz="1300">
                <a:latin typeface="Arial" charset="0"/>
                <a:ea typeface="ＭＳ Ｐゴシック" charset="0"/>
                <a:cs typeface="Arial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5363" y="769938"/>
            <a:ext cx="5114925" cy="38354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10091" y="4860926"/>
            <a:ext cx="5683886" cy="4603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5056" tIns="47528" rIns="95056" bIns="4752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x-none" noProof="0"/>
              <a:t>Textmasterformate durch Klicken bearbeiten</a:t>
            </a:r>
          </a:p>
          <a:p>
            <a:pPr lvl="1"/>
            <a:r>
              <a:rPr lang="de-DE" altLang="x-none" noProof="0"/>
              <a:t>Zweite Ebene</a:t>
            </a:r>
          </a:p>
          <a:p>
            <a:pPr lvl="2"/>
            <a:r>
              <a:rPr lang="de-DE" altLang="x-none" noProof="0"/>
              <a:t>Dritte Ebene</a:t>
            </a:r>
          </a:p>
          <a:p>
            <a:pPr lvl="3"/>
            <a:r>
              <a:rPr lang="de-DE" altLang="x-none" noProof="0"/>
              <a:t>Vierte Ebene</a:t>
            </a:r>
          </a:p>
          <a:p>
            <a:pPr lvl="4"/>
            <a:r>
              <a:rPr lang="de-DE" altLang="x-none" noProof="0"/>
              <a:t>Fünfte Ebene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4"/>
            <a:ext cx="3077051" cy="5111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5056" tIns="47528" rIns="95056" bIns="47528" numCol="1" anchor="b" anchorCtr="0" compatLnSpc="1">
            <a:prstTxWarp prst="textNoShape">
              <a:avLst/>
            </a:prstTxWarp>
          </a:bodyPr>
          <a:lstStyle>
            <a:lvl1pPr defTabSz="951015" eaLnBrk="1" hangingPunct="1">
              <a:defRPr sz="1300">
                <a:latin typeface="Arial" charset="0"/>
                <a:ea typeface="ＭＳ Ｐゴシック" charset="0"/>
                <a:cs typeface="Arial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5424" y="9721854"/>
            <a:ext cx="3077051" cy="5111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5056" tIns="47528" rIns="95056" bIns="47528" numCol="1" anchor="b" anchorCtr="0" compatLnSpc="1">
            <a:prstTxWarp prst="textNoShape">
              <a:avLst/>
            </a:prstTxWarp>
          </a:bodyPr>
          <a:lstStyle>
            <a:lvl1pPr algn="r" defTabSz="951015" eaLnBrk="1" hangingPunct="1">
              <a:defRPr sz="1300">
                <a:latin typeface="Arial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fld id="{A8A63BD8-86F5-48B4-9FD2-2443F0B02674}" type="slidenum">
              <a:rPr lang="de-DE" altLang="x-none"/>
              <a:pPr>
                <a:defRPr/>
              </a:pPr>
              <a:t>‹Nr.›</a:t>
            </a:fld>
            <a:endParaRPr lang="de-DE" altLang="x-none"/>
          </a:p>
        </p:txBody>
      </p:sp>
    </p:spTree>
    <p:extLst>
      <p:ext uri="{BB962C8B-B14F-4D97-AF65-F5344CB8AC3E}">
        <p14:creationId xmlns:p14="http://schemas.microsoft.com/office/powerpoint/2010/main" val="40836544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Arial" charset="0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Arial" charset="0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Arial" charset="0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Arial" charset="0"/>
        <a:cs typeface="Arial" charset="0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251061C2-8DC3-4A2A-9347-0FF7B9CDB158}" type="slidenum">
              <a:rPr lang="de-DE" smtClean="0">
                <a:ea typeface="ＭＳ Ｐゴシック"/>
                <a:cs typeface="Arial" charset="0"/>
              </a:rPr>
              <a:pPr/>
              <a:t>1</a:t>
            </a:fld>
            <a:endParaRPr lang="de-DE">
              <a:ea typeface="ＭＳ Ｐゴシック"/>
              <a:cs typeface="Arial" charset="0"/>
            </a:endParaRPr>
          </a:p>
        </p:txBody>
      </p:sp>
      <p:sp>
        <p:nvSpPr>
          <p:cNvPr id="16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de-AT" sz="8100" dirty="0">
              <a:ea typeface="ＭＳ Ｐ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16734163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8A63BD8-86F5-48B4-9FD2-2443F0B02674}" type="slidenum">
              <a:rPr lang="de-DE" altLang="x-none" smtClean="0"/>
              <a:pPr>
                <a:defRPr/>
              </a:pPr>
              <a:t>2</a:t>
            </a:fld>
            <a:endParaRPr lang="de-DE" altLang="x-none"/>
          </a:p>
        </p:txBody>
      </p:sp>
    </p:spTree>
    <p:extLst>
      <p:ext uri="{BB962C8B-B14F-4D97-AF65-F5344CB8AC3E}">
        <p14:creationId xmlns:p14="http://schemas.microsoft.com/office/powerpoint/2010/main" val="16823653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8A63BD8-86F5-48B4-9FD2-2443F0B02674}" type="slidenum">
              <a:rPr lang="de-DE" altLang="x-none" smtClean="0"/>
              <a:pPr>
                <a:defRPr/>
              </a:pPr>
              <a:t>3</a:t>
            </a:fld>
            <a:endParaRPr lang="de-DE" altLang="x-none"/>
          </a:p>
        </p:txBody>
      </p:sp>
    </p:spTree>
    <p:extLst>
      <p:ext uri="{BB962C8B-B14F-4D97-AF65-F5344CB8AC3E}">
        <p14:creationId xmlns:p14="http://schemas.microsoft.com/office/powerpoint/2010/main" val="36113271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8A63BD8-86F5-48B4-9FD2-2443F0B02674}" type="slidenum">
              <a:rPr lang="de-DE" altLang="x-none" smtClean="0"/>
              <a:pPr>
                <a:defRPr/>
              </a:pPr>
              <a:t>4</a:t>
            </a:fld>
            <a:endParaRPr lang="de-DE" altLang="x-none"/>
          </a:p>
        </p:txBody>
      </p:sp>
    </p:spTree>
    <p:extLst>
      <p:ext uri="{BB962C8B-B14F-4D97-AF65-F5344CB8AC3E}">
        <p14:creationId xmlns:p14="http://schemas.microsoft.com/office/powerpoint/2010/main" val="6118576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8A63BD8-86F5-48B4-9FD2-2443F0B02674}" type="slidenum">
              <a:rPr lang="de-DE" altLang="x-none" smtClean="0"/>
              <a:pPr>
                <a:defRPr/>
              </a:pPr>
              <a:t>5</a:t>
            </a:fld>
            <a:endParaRPr lang="de-DE" altLang="x-none"/>
          </a:p>
        </p:txBody>
      </p:sp>
    </p:spTree>
    <p:extLst>
      <p:ext uri="{BB962C8B-B14F-4D97-AF65-F5344CB8AC3E}">
        <p14:creationId xmlns:p14="http://schemas.microsoft.com/office/powerpoint/2010/main" val="7860750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8A63BD8-86F5-48B4-9FD2-2443F0B02674}" type="slidenum">
              <a:rPr lang="de-DE" altLang="x-none" smtClean="0"/>
              <a:pPr>
                <a:defRPr/>
              </a:pPr>
              <a:t>6</a:t>
            </a:fld>
            <a:endParaRPr lang="de-DE" altLang="x-none"/>
          </a:p>
        </p:txBody>
      </p:sp>
    </p:spTree>
    <p:extLst>
      <p:ext uri="{BB962C8B-B14F-4D97-AF65-F5344CB8AC3E}">
        <p14:creationId xmlns:p14="http://schemas.microsoft.com/office/powerpoint/2010/main" val="28757988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8A63BD8-86F5-48B4-9FD2-2443F0B02674}" type="slidenum">
              <a:rPr lang="de-DE" altLang="x-none" smtClean="0"/>
              <a:pPr>
                <a:defRPr/>
              </a:pPr>
              <a:t>7</a:t>
            </a:fld>
            <a:endParaRPr lang="de-DE" altLang="x-none"/>
          </a:p>
        </p:txBody>
      </p:sp>
    </p:spTree>
    <p:extLst>
      <p:ext uri="{BB962C8B-B14F-4D97-AF65-F5344CB8AC3E}">
        <p14:creationId xmlns:p14="http://schemas.microsoft.com/office/powerpoint/2010/main" val="41386289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8A63BD8-86F5-48B4-9FD2-2443F0B02674}" type="slidenum">
              <a:rPr lang="de-DE" altLang="x-none" smtClean="0"/>
              <a:pPr>
                <a:defRPr/>
              </a:pPr>
              <a:t>8</a:t>
            </a:fld>
            <a:endParaRPr lang="de-DE" altLang="x-none"/>
          </a:p>
        </p:txBody>
      </p:sp>
    </p:spTree>
    <p:extLst>
      <p:ext uri="{BB962C8B-B14F-4D97-AF65-F5344CB8AC3E}">
        <p14:creationId xmlns:p14="http://schemas.microsoft.com/office/powerpoint/2010/main" val="37687645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8A63BD8-86F5-48B4-9FD2-2443F0B02674}" type="slidenum">
              <a:rPr lang="de-DE" altLang="x-none" smtClean="0"/>
              <a:pPr>
                <a:defRPr/>
              </a:pPr>
              <a:t>9</a:t>
            </a:fld>
            <a:endParaRPr lang="de-DE" altLang="x-none"/>
          </a:p>
        </p:txBody>
      </p:sp>
    </p:spTree>
    <p:extLst>
      <p:ext uri="{BB962C8B-B14F-4D97-AF65-F5344CB8AC3E}">
        <p14:creationId xmlns:p14="http://schemas.microsoft.com/office/powerpoint/2010/main" val="24544132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8A63BD8-86F5-48B4-9FD2-2443F0B02674}" type="slidenum">
              <a:rPr lang="de-DE" altLang="x-none" smtClean="0"/>
              <a:pPr>
                <a:defRPr/>
              </a:pPr>
              <a:t>10</a:t>
            </a:fld>
            <a:endParaRPr lang="de-DE" altLang="x-none"/>
          </a:p>
        </p:txBody>
      </p:sp>
    </p:spTree>
    <p:extLst>
      <p:ext uri="{BB962C8B-B14F-4D97-AF65-F5344CB8AC3E}">
        <p14:creationId xmlns:p14="http://schemas.microsoft.com/office/powerpoint/2010/main" val="31402962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8A63BD8-86F5-48B4-9FD2-2443F0B02674}" type="slidenum">
              <a:rPr lang="de-DE" altLang="x-none" smtClean="0"/>
              <a:pPr>
                <a:defRPr/>
              </a:pPr>
              <a:t>11</a:t>
            </a:fld>
            <a:endParaRPr lang="de-DE" altLang="x-none"/>
          </a:p>
        </p:txBody>
      </p:sp>
    </p:spTree>
    <p:extLst>
      <p:ext uri="{BB962C8B-B14F-4D97-AF65-F5344CB8AC3E}">
        <p14:creationId xmlns:p14="http://schemas.microsoft.com/office/powerpoint/2010/main" val="345073995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8A63BD8-86F5-48B4-9FD2-2443F0B02674}" type="slidenum">
              <a:rPr lang="de-DE" altLang="x-none" smtClean="0"/>
              <a:pPr>
                <a:defRPr/>
              </a:pPr>
              <a:t>12</a:t>
            </a:fld>
            <a:endParaRPr lang="de-DE" altLang="x-none"/>
          </a:p>
        </p:txBody>
      </p:sp>
    </p:spTree>
    <p:extLst>
      <p:ext uri="{BB962C8B-B14F-4D97-AF65-F5344CB8AC3E}">
        <p14:creationId xmlns:p14="http://schemas.microsoft.com/office/powerpoint/2010/main" val="238992764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8A63BD8-86F5-48B4-9FD2-2443F0B02674}" type="slidenum">
              <a:rPr lang="de-DE" altLang="x-none" smtClean="0"/>
              <a:pPr>
                <a:defRPr/>
              </a:pPr>
              <a:t>13</a:t>
            </a:fld>
            <a:endParaRPr lang="de-DE" altLang="x-none"/>
          </a:p>
        </p:txBody>
      </p:sp>
    </p:spTree>
    <p:extLst>
      <p:ext uri="{BB962C8B-B14F-4D97-AF65-F5344CB8AC3E}">
        <p14:creationId xmlns:p14="http://schemas.microsoft.com/office/powerpoint/2010/main" val="32535272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43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341438"/>
            <a:ext cx="7772400" cy="1470025"/>
          </a:xfrm>
        </p:spPr>
        <p:txBody>
          <a:bodyPr/>
          <a:lstStyle>
            <a:lvl1pPr algn="ctr">
              <a:defRPr>
                <a:effectLst>
                  <a:outerShdw blurRad="38100" dist="38100" dir="2700000" algn="tl">
                    <a:srgbClr val="DDDDDD"/>
                  </a:outerShdw>
                </a:effectLst>
              </a:defRPr>
            </a:lvl1pPr>
          </a:lstStyle>
          <a:p>
            <a:pPr lvl="0"/>
            <a:r>
              <a:rPr lang="en-US" noProof="0"/>
              <a:t>Titelmasterformat durch Klicken bearbeiten</a:t>
            </a:r>
          </a:p>
        </p:txBody>
      </p:sp>
      <p:sp>
        <p:nvSpPr>
          <p:cNvPr id="65843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213100"/>
            <a:ext cx="6400800" cy="1511300"/>
          </a:xfrm>
        </p:spPr>
        <p:txBody>
          <a:bodyPr/>
          <a:lstStyle>
            <a:lvl1pPr marL="0" indent="0" algn="ctr">
              <a:buFont typeface="Wingdings" charset="0"/>
              <a:buNone/>
              <a:defRPr/>
            </a:lvl1pPr>
          </a:lstStyle>
          <a:p>
            <a:pPr lvl="0"/>
            <a:r>
              <a:rPr lang="en-US" noProof="0"/>
              <a:t>Formatvorlage des Untertitelmasters durch Klicken bearbeiten</a:t>
            </a:r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AT"/>
              <a:t>Click to edit Master text styles</a:t>
            </a:r>
          </a:p>
          <a:p>
            <a:pPr lvl="1"/>
            <a:r>
              <a:rPr lang="de-AT"/>
              <a:t>Second level</a:t>
            </a:r>
          </a:p>
          <a:p>
            <a:pPr lvl="2"/>
            <a:r>
              <a:rPr lang="de-AT"/>
              <a:t>Third level</a:t>
            </a:r>
          </a:p>
          <a:p>
            <a:pPr lvl="3"/>
            <a:r>
              <a:rPr lang="de-AT"/>
              <a:t>Fourth level</a:t>
            </a:r>
          </a:p>
          <a:p>
            <a:pPr lvl="4"/>
            <a:r>
              <a:rPr lang="de-AT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e-AT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de-AT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6725" y="1403350"/>
            <a:ext cx="4156075" cy="49704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AT"/>
              <a:t>Click to edit Master text styles</a:t>
            </a:r>
          </a:p>
          <a:p>
            <a:pPr lvl="1"/>
            <a:r>
              <a:rPr lang="de-AT"/>
              <a:t>Second level</a:t>
            </a:r>
          </a:p>
          <a:p>
            <a:pPr lvl="2"/>
            <a:r>
              <a:rPr lang="de-AT"/>
              <a:t>Third level</a:t>
            </a:r>
          </a:p>
          <a:p>
            <a:pPr lvl="3"/>
            <a:r>
              <a:rPr lang="de-AT"/>
              <a:t>Fourth level</a:t>
            </a:r>
          </a:p>
          <a:p>
            <a:pPr lvl="4"/>
            <a:r>
              <a:rPr lang="de-AT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5200" y="1403350"/>
            <a:ext cx="4157663" cy="49704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AT"/>
              <a:t>Click to edit Master text styles</a:t>
            </a:r>
          </a:p>
          <a:p>
            <a:pPr lvl="1"/>
            <a:r>
              <a:rPr lang="de-AT"/>
              <a:t>Second level</a:t>
            </a:r>
          </a:p>
          <a:p>
            <a:pPr lvl="2"/>
            <a:r>
              <a:rPr lang="de-AT"/>
              <a:t>Third level</a:t>
            </a:r>
          </a:p>
          <a:p>
            <a:pPr lvl="3"/>
            <a:r>
              <a:rPr lang="de-AT"/>
              <a:t>Fourth level</a:t>
            </a:r>
          </a:p>
          <a:p>
            <a:pPr lvl="4"/>
            <a:r>
              <a:rPr lang="de-AT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de-AT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AT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AT"/>
              <a:t>Click to edit Master text styles</a:t>
            </a:r>
          </a:p>
          <a:p>
            <a:pPr lvl="1"/>
            <a:r>
              <a:rPr lang="de-AT"/>
              <a:t>Second level</a:t>
            </a:r>
          </a:p>
          <a:p>
            <a:pPr lvl="2"/>
            <a:r>
              <a:rPr lang="de-AT"/>
              <a:t>Third level</a:t>
            </a:r>
          </a:p>
          <a:p>
            <a:pPr lvl="3"/>
            <a:r>
              <a:rPr lang="de-AT"/>
              <a:t>Fourth level</a:t>
            </a:r>
          </a:p>
          <a:p>
            <a:pPr lvl="4"/>
            <a:r>
              <a:rPr lang="de-AT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AT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AT"/>
              <a:t>Click to edit Master text styles</a:t>
            </a:r>
          </a:p>
          <a:p>
            <a:pPr lvl="1"/>
            <a:r>
              <a:rPr lang="de-AT"/>
              <a:t>Second level</a:t>
            </a:r>
          </a:p>
          <a:p>
            <a:pPr lvl="2"/>
            <a:r>
              <a:rPr lang="de-AT"/>
              <a:t>Third level</a:t>
            </a:r>
          </a:p>
          <a:p>
            <a:pPr lvl="3"/>
            <a:r>
              <a:rPr lang="de-AT"/>
              <a:t>Fourth level</a:t>
            </a:r>
          </a:p>
          <a:p>
            <a:pPr lvl="4"/>
            <a:r>
              <a:rPr lang="de-AT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/>
              <a:t>Click to edit Master title style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AT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AT"/>
              <a:t>Click to edit Master text styles</a:t>
            </a:r>
          </a:p>
          <a:p>
            <a:pPr lvl="1"/>
            <a:r>
              <a:rPr lang="de-AT"/>
              <a:t>Second level</a:t>
            </a:r>
          </a:p>
          <a:p>
            <a:pPr lvl="2"/>
            <a:r>
              <a:rPr lang="de-AT"/>
              <a:t>Third level</a:t>
            </a:r>
          </a:p>
          <a:p>
            <a:pPr lvl="3"/>
            <a:r>
              <a:rPr lang="de-AT"/>
              <a:t>Fourth level</a:t>
            </a:r>
          </a:p>
          <a:p>
            <a:pPr lvl="4"/>
            <a:r>
              <a:rPr lang="de-AT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AT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AT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AT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AT"/>
              <a:t>Click to edit Master text styles</a:t>
            </a:r>
          </a:p>
          <a:p>
            <a:pPr lvl="1"/>
            <a:r>
              <a:rPr lang="de-AT"/>
              <a:t>Second level</a:t>
            </a:r>
          </a:p>
          <a:p>
            <a:pPr lvl="2"/>
            <a:r>
              <a:rPr lang="de-AT"/>
              <a:t>Third level</a:t>
            </a:r>
          </a:p>
          <a:p>
            <a:pPr lvl="3"/>
            <a:r>
              <a:rPr lang="de-AT"/>
              <a:t>Fourth level</a:t>
            </a:r>
          </a:p>
          <a:p>
            <a:pPr lvl="4"/>
            <a:r>
              <a:rPr lang="de-AT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16725" y="249238"/>
            <a:ext cx="2116138" cy="6124575"/>
          </a:xfrm>
        </p:spPr>
        <p:txBody>
          <a:bodyPr vert="eaVert"/>
          <a:lstStyle/>
          <a:p>
            <a:r>
              <a:rPr lang="de-AT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5138" y="249238"/>
            <a:ext cx="6199187" cy="6124575"/>
          </a:xfrm>
        </p:spPr>
        <p:txBody>
          <a:bodyPr vert="eaVert"/>
          <a:lstStyle/>
          <a:p>
            <a:pPr lvl="0"/>
            <a:r>
              <a:rPr lang="de-AT"/>
              <a:t>Click to edit Master text styles</a:t>
            </a:r>
          </a:p>
          <a:p>
            <a:pPr lvl="1"/>
            <a:r>
              <a:rPr lang="de-AT"/>
              <a:t>Second level</a:t>
            </a:r>
          </a:p>
          <a:p>
            <a:pPr lvl="2"/>
            <a:r>
              <a:rPr lang="de-AT"/>
              <a:t>Third level</a:t>
            </a:r>
          </a:p>
          <a:p>
            <a:pPr lvl="3"/>
            <a:r>
              <a:rPr lang="de-AT"/>
              <a:t>Fourth level</a:t>
            </a:r>
          </a:p>
          <a:p>
            <a:pPr lvl="4"/>
            <a:r>
              <a:rPr lang="de-AT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de-AT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de-AT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755558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AT" dirty="0"/>
              <a:t>Click </a:t>
            </a:r>
            <a:r>
              <a:rPr lang="de-AT" dirty="0" err="1"/>
              <a:t>to</a:t>
            </a:r>
            <a:r>
              <a:rPr lang="de-AT" dirty="0"/>
              <a:t> </a:t>
            </a:r>
            <a:r>
              <a:rPr lang="de-AT" dirty="0" err="1"/>
              <a:t>edit</a:t>
            </a:r>
            <a:r>
              <a:rPr lang="de-AT" dirty="0"/>
              <a:t> Master </a:t>
            </a:r>
            <a:r>
              <a:rPr lang="de-AT" dirty="0" err="1"/>
              <a:t>text</a:t>
            </a:r>
            <a:r>
              <a:rPr lang="de-AT" dirty="0"/>
              <a:t> </a:t>
            </a:r>
            <a:r>
              <a:rPr lang="de-AT" dirty="0" err="1"/>
              <a:t>styles</a:t>
            </a:r>
            <a:endParaRPr lang="de-AT" dirty="0"/>
          </a:p>
          <a:p>
            <a:pPr lvl="1"/>
            <a:r>
              <a:rPr lang="de-AT" dirty="0"/>
              <a:t>Second </a:t>
            </a:r>
            <a:r>
              <a:rPr lang="de-AT" dirty="0" err="1"/>
              <a:t>level</a:t>
            </a:r>
            <a:endParaRPr lang="de-AT" dirty="0"/>
          </a:p>
          <a:p>
            <a:pPr lvl="2"/>
            <a:r>
              <a:rPr lang="de-AT" dirty="0"/>
              <a:t>Third </a:t>
            </a:r>
            <a:r>
              <a:rPr lang="de-AT" dirty="0" err="1"/>
              <a:t>level</a:t>
            </a:r>
            <a:endParaRPr lang="de-AT" dirty="0"/>
          </a:p>
          <a:p>
            <a:pPr lvl="3"/>
            <a:r>
              <a:rPr lang="de-AT" dirty="0" err="1"/>
              <a:t>Fourth</a:t>
            </a:r>
            <a:r>
              <a:rPr lang="de-AT" dirty="0"/>
              <a:t> </a:t>
            </a:r>
            <a:r>
              <a:rPr lang="de-AT" dirty="0" err="1"/>
              <a:t>level</a:t>
            </a:r>
            <a:endParaRPr lang="de-AT" dirty="0"/>
          </a:p>
          <a:p>
            <a:pPr lvl="4"/>
            <a:r>
              <a:rPr lang="de-AT" dirty="0" err="1"/>
              <a:t>Fifth</a:t>
            </a:r>
            <a:r>
              <a:rPr lang="de-AT" dirty="0"/>
              <a:t> </a:t>
            </a:r>
            <a:r>
              <a:rPr lang="de-AT" dirty="0" err="1"/>
              <a:t>level</a:t>
            </a:r>
            <a:endParaRPr lang="en-US" dirty="0"/>
          </a:p>
        </p:txBody>
      </p:sp>
      <p:sp>
        <p:nvSpPr>
          <p:cNvPr id="6" name="TextBox 5"/>
          <p:cNvSpPr txBox="1"/>
          <p:nvPr userDrawn="1"/>
        </p:nvSpPr>
        <p:spPr>
          <a:xfrm>
            <a:off x="4295775" y="130175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7925631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e-AT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de-AT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03704954"/>
      </p:ext>
    </p:extLst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6725" y="1403350"/>
            <a:ext cx="4156075" cy="49704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AT"/>
              <a:t>Click to edit Master text styles</a:t>
            </a:r>
          </a:p>
          <a:p>
            <a:pPr lvl="1"/>
            <a:r>
              <a:rPr lang="de-AT"/>
              <a:t>Second level</a:t>
            </a:r>
          </a:p>
          <a:p>
            <a:pPr lvl="2"/>
            <a:r>
              <a:rPr lang="de-AT"/>
              <a:t>Third level</a:t>
            </a:r>
          </a:p>
          <a:p>
            <a:pPr lvl="3"/>
            <a:r>
              <a:rPr lang="de-AT"/>
              <a:t>Fourth level</a:t>
            </a:r>
          </a:p>
          <a:p>
            <a:pPr lvl="4"/>
            <a:r>
              <a:rPr lang="de-AT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5200" y="1403350"/>
            <a:ext cx="4157663" cy="49704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AT"/>
              <a:t>Click to edit Master text styles</a:t>
            </a:r>
          </a:p>
          <a:p>
            <a:pPr lvl="1"/>
            <a:r>
              <a:rPr lang="de-AT"/>
              <a:t>Second level</a:t>
            </a:r>
          </a:p>
          <a:p>
            <a:pPr lvl="2"/>
            <a:r>
              <a:rPr lang="de-AT"/>
              <a:t>Third level</a:t>
            </a:r>
          </a:p>
          <a:p>
            <a:pPr lvl="3"/>
            <a:r>
              <a:rPr lang="de-AT"/>
              <a:t>Fourth level</a:t>
            </a:r>
          </a:p>
          <a:p>
            <a:pPr lvl="4"/>
            <a:r>
              <a:rPr lang="de-AT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682538"/>
      </p:ext>
    </p:extLst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de-AT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AT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AT"/>
              <a:t>Click to edit Master text styles</a:t>
            </a:r>
          </a:p>
          <a:p>
            <a:pPr lvl="1"/>
            <a:r>
              <a:rPr lang="de-AT"/>
              <a:t>Second level</a:t>
            </a:r>
          </a:p>
          <a:p>
            <a:pPr lvl="2"/>
            <a:r>
              <a:rPr lang="de-AT"/>
              <a:t>Third level</a:t>
            </a:r>
          </a:p>
          <a:p>
            <a:pPr lvl="3"/>
            <a:r>
              <a:rPr lang="de-AT"/>
              <a:t>Fourth level</a:t>
            </a:r>
          </a:p>
          <a:p>
            <a:pPr lvl="4"/>
            <a:r>
              <a:rPr lang="de-AT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AT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AT"/>
              <a:t>Click to edit Master text styles</a:t>
            </a:r>
          </a:p>
          <a:p>
            <a:pPr lvl="1"/>
            <a:r>
              <a:rPr lang="de-AT"/>
              <a:t>Second level</a:t>
            </a:r>
          </a:p>
          <a:p>
            <a:pPr lvl="2"/>
            <a:r>
              <a:rPr lang="de-AT"/>
              <a:t>Third level</a:t>
            </a:r>
          </a:p>
          <a:p>
            <a:pPr lvl="3"/>
            <a:r>
              <a:rPr lang="de-AT"/>
              <a:t>Fourth level</a:t>
            </a:r>
          </a:p>
          <a:p>
            <a:pPr lvl="4"/>
            <a:r>
              <a:rPr lang="de-AT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579638"/>
      </p:ext>
    </p:extLst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762752"/>
      </p:ext>
    </p:extLst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0628918"/>
      </p:ext>
    </p:extLst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AT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AT"/>
              <a:t>Click to edit Master text styles</a:t>
            </a:r>
          </a:p>
          <a:p>
            <a:pPr lvl="1"/>
            <a:r>
              <a:rPr lang="de-AT"/>
              <a:t>Second level</a:t>
            </a:r>
          </a:p>
          <a:p>
            <a:pPr lvl="2"/>
            <a:r>
              <a:rPr lang="de-AT"/>
              <a:t>Third level</a:t>
            </a:r>
          </a:p>
          <a:p>
            <a:pPr lvl="3"/>
            <a:r>
              <a:rPr lang="de-AT"/>
              <a:t>Fourth level</a:t>
            </a:r>
          </a:p>
          <a:p>
            <a:pPr lvl="4"/>
            <a:r>
              <a:rPr lang="de-AT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AT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87853135"/>
      </p:ext>
    </p:extLst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AT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AT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49048208"/>
      </p:ext>
    </p:extLst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AT"/>
              <a:t>Click to edit Master text styles</a:t>
            </a:r>
          </a:p>
          <a:p>
            <a:pPr lvl="1"/>
            <a:r>
              <a:rPr lang="de-AT"/>
              <a:t>Second level</a:t>
            </a:r>
          </a:p>
          <a:p>
            <a:pPr lvl="2"/>
            <a:r>
              <a:rPr lang="de-AT"/>
              <a:t>Third level</a:t>
            </a:r>
          </a:p>
          <a:p>
            <a:pPr lvl="3"/>
            <a:r>
              <a:rPr lang="de-AT"/>
              <a:t>Fourth level</a:t>
            </a:r>
          </a:p>
          <a:p>
            <a:pPr lvl="4"/>
            <a:r>
              <a:rPr lang="de-AT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355713"/>
      </p:ext>
    </p:extLst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16725" y="249238"/>
            <a:ext cx="2116138" cy="6124575"/>
          </a:xfrm>
        </p:spPr>
        <p:txBody>
          <a:bodyPr vert="eaVert"/>
          <a:lstStyle/>
          <a:p>
            <a:r>
              <a:rPr lang="de-AT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5138" y="249238"/>
            <a:ext cx="6199187" cy="6124575"/>
          </a:xfrm>
        </p:spPr>
        <p:txBody>
          <a:bodyPr vert="eaVert"/>
          <a:lstStyle/>
          <a:p>
            <a:pPr lvl="0"/>
            <a:r>
              <a:rPr lang="de-AT"/>
              <a:t>Click to edit Master text styles</a:t>
            </a:r>
          </a:p>
          <a:p>
            <a:pPr lvl="1"/>
            <a:r>
              <a:rPr lang="de-AT"/>
              <a:t>Second level</a:t>
            </a:r>
          </a:p>
          <a:p>
            <a:pPr lvl="2"/>
            <a:r>
              <a:rPr lang="de-AT"/>
              <a:t>Third level</a:t>
            </a:r>
          </a:p>
          <a:p>
            <a:pPr lvl="3"/>
            <a:r>
              <a:rPr lang="de-AT"/>
              <a:t>Fourth level</a:t>
            </a:r>
          </a:p>
          <a:p>
            <a:pPr lvl="4"/>
            <a:r>
              <a:rPr lang="de-AT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160290"/>
      </p:ext>
    </p:extLst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5138" y="249238"/>
            <a:ext cx="8467725" cy="893762"/>
          </a:xfrm>
        </p:spPr>
        <p:txBody>
          <a:bodyPr/>
          <a:lstStyle/>
          <a:p>
            <a:r>
              <a:rPr lang="de-AT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66725" y="1403350"/>
            <a:ext cx="4156075" cy="4970463"/>
          </a:xfrm>
        </p:spPr>
        <p:txBody>
          <a:bodyPr/>
          <a:lstStyle/>
          <a:p>
            <a:pPr lvl="0"/>
            <a:r>
              <a:rPr lang="de-AT"/>
              <a:t>Click to edit Master text styles</a:t>
            </a:r>
          </a:p>
          <a:p>
            <a:pPr lvl="1"/>
            <a:r>
              <a:rPr lang="de-AT"/>
              <a:t>Second level</a:t>
            </a:r>
          </a:p>
          <a:p>
            <a:pPr lvl="2"/>
            <a:r>
              <a:rPr lang="de-AT"/>
              <a:t>Third level</a:t>
            </a:r>
          </a:p>
          <a:p>
            <a:pPr lvl="3"/>
            <a:r>
              <a:rPr lang="de-AT"/>
              <a:t>Fourth level</a:t>
            </a:r>
          </a:p>
          <a:p>
            <a:pPr lvl="4"/>
            <a:r>
              <a:rPr lang="de-AT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775200" y="1403350"/>
            <a:ext cx="4157663" cy="2408238"/>
          </a:xfrm>
        </p:spPr>
        <p:txBody>
          <a:bodyPr/>
          <a:lstStyle/>
          <a:p>
            <a:pPr lvl="0"/>
            <a:r>
              <a:rPr lang="de-AT"/>
              <a:t>Click to edit Master text styles</a:t>
            </a:r>
          </a:p>
          <a:p>
            <a:pPr lvl="1"/>
            <a:r>
              <a:rPr lang="de-AT"/>
              <a:t>Second level</a:t>
            </a:r>
          </a:p>
          <a:p>
            <a:pPr lvl="2"/>
            <a:r>
              <a:rPr lang="de-AT"/>
              <a:t>Third level</a:t>
            </a:r>
          </a:p>
          <a:p>
            <a:pPr lvl="3"/>
            <a:r>
              <a:rPr lang="de-AT"/>
              <a:t>Fourth level</a:t>
            </a:r>
          </a:p>
          <a:p>
            <a:pPr lvl="4"/>
            <a:r>
              <a:rPr lang="de-AT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775200" y="3963988"/>
            <a:ext cx="4157663" cy="2409825"/>
          </a:xfrm>
        </p:spPr>
        <p:txBody>
          <a:bodyPr/>
          <a:lstStyle/>
          <a:p>
            <a:pPr lvl="0"/>
            <a:r>
              <a:rPr lang="de-AT"/>
              <a:t>Click to edit Master text styles</a:t>
            </a:r>
          </a:p>
          <a:p>
            <a:pPr lvl="1"/>
            <a:r>
              <a:rPr lang="de-AT"/>
              <a:t>Second level</a:t>
            </a:r>
          </a:p>
          <a:p>
            <a:pPr lvl="2"/>
            <a:r>
              <a:rPr lang="de-AT"/>
              <a:t>Third level</a:t>
            </a:r>
          </a:p>
          <a:p>
            <a:pPr lvl="3"/>
            <a:r>
              <a:rPr lang="de-AT"/>
              <a:t>Fourth level</a:t>
            </a:r>
          </a:p>
          <a:p>
            <a:pPr lvl="4"/>
            <a:r>
              <a:rPr lang="de-AT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958658"/>
      </p:ext>
    </p:extLst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5138" y="249238"/>
            <a:ext cx="8467725" cy="893762"/>
          </a:xfrm>
        </p:spPr>
        <p:txBody>
          <a:bodyPr/>
          <a:lstStyle/>
          <a:p>
            <a:r>
              <a:rPr lang="de-AT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66725" y="1403350"/>
            <a:ext cx="4156075" cy="4970463"/>
          </a:xfrm>
        </p:spPr>
        <p:txBody>
          <a:bodyPr/>
          <a:lstStyle/>
          <a:p>
            <a:pPr lvl="0"/>
            <a:r>
              <a:rPr lang="de-AT"/>
              <a:t>Click to edit Master text styles</a:t>
            </a:r>
          </a:p>
          <a:p>
            <a:pPr lvl="1"/>
            <a:r>
              <a:rPr lang="de-AT"/>
              <a:t>Second level</a:t>
            </a:r>
          </a:p>
          <a:p>
            <a:pPr lvl="2"/>
            <a:r>
              <a:rPr lang="de-AT"/>
              <a:t>Third level</a:t>
            </a:r>
          </a:p>
          <a:p>
            <a:pPr lvl="3"/>
            <a:r>
              <a:rPr lang="de-AT"/>
              <a:t>Fourth level</a:t>
            </a:r>
          </a:p>
          <a:p>
            <a:pPr lvl="4"/>
            <a:r>
              <a:rPr lang="de-AT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5200" y="1403350"/>
            <a:ext cx="4157663" cy="4970463"/>
          </a:xfrm>
        </p:spPr>
        <p:txBody>
          <a:bodyPr/>
          <a:lstStyle/>
          <a:p>
            <a:pPr lvl="0"/>
            <a:r>
              <a:rPr lang="de-AT"/>
              <a:t>Click to edit Master text styles</a:t>
            </a:r>
          </a:p>
          <a:p>
            <a:pPr lvl="1"/>
            <a:r>
              <a:rPr lang="de-AT"/>
              <a:t>Second level</a:t>
            </a:r>
          </a:p>
          <a:p>
            <a:pPr lvl="2"/>
            <a:r>
              <a:rPr lang="de-AT"/>
              <a:t>Third level</a:t>
            </a:r>
          </a:p>
          <a:p>
            <a:pPr lvl="3"/>
            <a:r>
              <a:rPr lang="de-AT"/>
              <a:t>Fourth level</a:t>
            </a:r>
          </a:p>
          <a:p>
            <a:pPr lvl="4"/>
            <a:r>
              <a:rPr lang="de-AT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143647"/>
      </p:ext>
    </p:extLst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1"/>
          <p:cNvSpPr txBox="1">
            <a:spLocks noChangeArrowheads="1"/>
          </p:cNvSpPr>
          <p:nvPr userDrawn="1"/>
        </p:nvSpPr>
        <p:spPr bwMode="auto">
          <a:xfrm>
            <a:off x="990600" y="1524000"/>
            <a:ext cx="7543800" cy="53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7287" tIns="53643" rIns="107287" bIns="53643">
            <a:spAutoFit/>
          </a:bodyPr>
          <a:lstStyle>
            <a:lvl1pPr eaLnBrk="0" hangingPunct="0">
              <a:defRPr sz="10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0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0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endParaRPr lang="de-DE" sz="2800" dirty="0">
              <a:latin typeface="Times New Roman" pitchFamily="18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Text Box 23"/>
          <p:cNvSpPr txBox="1">
            <a:spLocks noChangeArrowheads="1"/>
          </p:cNvSpPr>
          <p:nvPr userDrawn="1"/>
        </p:nvSpPr>
        <p:spPr bwMode="auto">
          <a:xfrm>
            <a:off x="0" y="5715000"/>
            <a:ext cx="1638300" cy="334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7287" tIns="53643" rIns="107287" bIns="53643">
            <a:spAutoFit/>
          </a:bodyPr>
          <a:lstStyle>
            <a:lvl1pPr eaLnBrk="0" hangingPunct="0">
              <a:defRPr sz="10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0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0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ct val="113000"/>
              </a:lnSpc>
              <a:defRPr/>
            </a:pPr>
            <a:endParaRPr lang="de-DE" altLang="de-DE" sz="1300" dirty="0">
              <a:solidFill>
                <a:srgbClr val="005AC8"/>
              </a:solidFill>
              <a:ea typeface="ＭＳ Ｐゴシック" charset="0"/>
              <a:cs typeface="ＭＳ Ｐゴシック" charset="0"/>
            </a:endParaRPr>
          </a:p>
        </p:txBody>
      </p:sp>
      <p:sp>
        <p:nvSpPr>
          <p:cNvPr id="5" name="Line 24"/>
          <p:cNvSpPr>
            <a:spLocks noChangeShapeType="1"/>
          </p:cNvSpPr>
          <p:nvPr userDrawn="1"/>
        </p:nvSpPr>
        <p:spPr bwMode="auto">
          <a:xfrm flipH="1">
            <a:off x="55563" y="1676400"/>
            <a:ext cx="1519237" cy="0"/>
          </a:xfrm>
          <a:prstGeom prst="line">
            <a:avLst/>
          </a:prstGeom>
          <a:noFill/>
          <a:ln w="9525">
            <a:solidFill>
              <a:srgbClr val="FF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107287" tIns="53643" rIns="107287" bIns="53643" anchor="ctr"/>
          <a:lstStyle/>
          <a:p>
            <a:endParaRPr lang="en-US"/>
          </a:p>
        </p:txBody>
      </p:sp>
      <p:sp>
        <p:nvSpPr>
          <p:cNvPr id="6" name="Line 25"/>
          <p:cNvSpPr>
            <a:spLocks noChangeShapeType="1"/>
          </p:cNvSpPr>
          <p:nvPr userDrawn="1"/>
        </p:nvSpPr>
        <p:spPr bwMode="auto">
          <a:xfrm flipH="1">
            <a:off x="55563" y="2251075"/>
            <a:ext cx="1519237" cy="0"/>
          </a:xfrm>
          <a:prstGeom prst="line">
            <a:avLst/>
          </a:prstGeom>
          <a:noFill/>
          <a:ln w="9525">
            <a:solidFill>
              <a:srgbClr val="FF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107287" tIns="53643" rIns="107287" bIns="53643" anchor="ctr"/>
          <a:lstStyle/>
          <a:p>
            <a:endParaRPr lang="en-US"/>
          </a:p>
        </p:txBody>
      </p:sp>
      <p:sp>
        <p:nvSpPr>
          <p:cNvPr id="7" name="Line 26"/>
          <p:cNvSpPr>
            <a:spLocks noChangeShapeType="1"/>
          </p:cNvSpPr>
          <p:nvPr userDrawn="1"/>
        </p:nvSpPr>
        <p:spPr bwMode="auto">
          <a:xfrm flipH="1">
            <a:off x="55563" y="2819400"/>
            <a:ext cx="1519237" cy="0"/>
          </a:xfrm>
          <a:prstGeom prst="line">
            <a:avLst/>
          </a:prstGeom>
          <a:noFill/>
          <a:ln w="9525">
            <a:solidFill>
              <a:srgbClr val="FF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107287" tIns="53643" rIns="107287" bIns="53643" anchor="ctr"/>
          <a:lstStyle/>
          <a:p>
            <a:endParaRPr lang="en-US"/>
          </a:p>
        </p:txBody>
      </p:sp>
      <p:sp>
        <p:nvSpPr>
          <p:cNvPr id="8" name="Line 27"/>
          <p:cNvSpPr>
            <a:spLocks noChangeShapeType="1"/>
          </p:cNvSpPr>
          <p:nvPr userDrawn="1"/>
        </p:nvSpPr>
        <p:spPr bwMode="auto">
          <a:xfrm flipH="1">
            <a:off x="55563" y="3394075"/>
            <a:ext cx="1519237" cy="0"/>
          </a:xfrm>
          <a:prstGeom prst="line">
            <a:avLst/>
          </a:prstGeom>
          <a:noFill/>
          <a:ln w="9525">
            <a:solidFill>
              <a:srgbClr val="FF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107287" tIns="53643" rIns="107287" bIns="53643" anchor="ctr"/>
          <a:lstStyle/>
          <a:p>
            <a:endParaRPr lang="en-US"/>
          </a:p>
        </p:txBody>
      </p:sp>
      <p:sp>
        <p:nvSpPr>
          <p:cNvPr id="9" name="Line 28"/>
          <p:cNvSpPr>
            <a:spLocks noChangeShapeType="1"/>
          </p:cNvSpPr>
          <p:nvPr userDrawn="1"/>
        </p:nvSpPr>
        <p:spPr bwMode="auto">
          <a:xfrm flipH="1">
            <a:off x="55563" y="3987800"/>
            <a:ext cx="1519237" cy="0"/>
          </a:xfrm>
          <a:prstGeom prst="line">
            <a:avLst/>
          </a:prstGeom>
          <a:noFill/>
          <a:ln w="9525">
            <a:solidFill>
              <a:srgbClr val="FF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107287" tIns="53643" rIns="107287" bIns="53643" anchor="ctr"/>
          <a:lstStyle/>
          <a:p>
            <a:endParaRPr lang="en-US"/>
          </a:p>
        </p:txBody>
      </p:sp>
      <p:sp>
        <p:nvSpPr>
          <p:cNvPr id="10" name="Line 29"/>
          <p:cNvSpPr>
            <a:spLocks noChangeShapeType="1"/>
          </p:cNvSpPr>
          <p:nvPr userDrawn="1"/>
        </p:nvSpPr>
        <p:spPr bwMode="auto">
          <a:xfrm flipH="1">
            <a:off x="55563" y="4568825"/>
            <a:ext cx="1519237" cy="0"/>
          </a:xfrm>
          <a:prstGeom prst="line">
            <a:avLst/>
          </a:prstGeom>
          <a:noFill/>
          <a:ln w="9525">
            <a:solidFill>
              <a:srgbClr val="FF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107287" tIns="53643" rIns="107287" bIns="53643" anchor="ctr"/>
          <a:lstStyle/>
          <a:p>
            <a:endParaRPr lang="en-US"/>
          </a:p>
        </p:txBody>
      </p:sp>
      <p:sp>
        <p:nvSpPr>
          <p:cNvPr id="11" name="Line 30"/>
          <p:cNvSpPr>
            <a:spLocks noChangeShapeType="1"/>
          </p:cNvSpPr>
          <p:nvPr userDrawn="1"/>
        </p:nvSpPr>
        <p:spPr bwMode="auto">
          <a:xfrm flipH="1">
            <a:off x="55563" y="5130800"/>
            <a:ext cx="1519237" cy="0"/>
          </a:xfrm>
          <a:prstGeom prst="line">
            <a:avLst/>
          </a:prstGeom>
          <a:noFill/>
          <a:ln w="9525">
            <a:solidFill>
              <a:srgbClr val="FF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107287" tIns="53643" rIns="107287" bIns="53643" anchor="ctr"/>
          <a:lstStyle/>
          <a:p>
            <a:endParaRPr lang="en-US"/>
          </a:p>
        </p:txBody>
      </p:sp>
      <p:sp>
        <p:nvSpPr>
          <p:cNvPr id="12" name="Line 31"/>
          <p:cNvSpPr>
            <a:spLocks noChangeShapeType="1"/>
          </p:cNvSpPr>
          <p:nvPr userDrawn="1"/>
        </p:nvSpPr>
        <p:spPr bwMode="auto">
          <a:xfrm flipH="1">
            <a:off x="55563" y="6261100"/>
            <a:ext cx="1519237" cy="0"/>
          </a:xfrm>
          <a:prstGeom prst="line">
            <a:avLst/>
          </a:prstGeom>
          <a:noFill/>
          <a:ln w="9525">
            <a:solidFill>
              <a:srgbClr val="FF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107287" tIns="53643" rIns="107287" bIns="53643" anchor="ctr"/>
          <a:lstStyle/>
          <a:p>
            <a:endParaRPr lang="en-US"/>
          </a:p>
        </p:txBody>
      </p:sp>
      <p:sp>
        <p:nvSpPr>
          <p:cNvPr id="13" name="Line 32"/>
          <p:cNvSpPr>
            <a:spLocks noChangeShapeType="1"/>
          </p:cNvSpPr>
          <p:nvPr userDrawn="1"/>
        </p:nvSpPr>
        <p:spPr bwMode="auto">
          <a:xfrm flipH="1">
            <a:off x="1581150" y="6265863"/>
            <a:ext cx="0" cy="506412"/>
          </a:xfrm>
          <a:prstGeom prst="line">
            <a:avLst/>
          </a:prstGeom>
          <a:noFill/>
          <a:ln w="9525">
            <a:solidFill>
              <a:srgbClr val="FF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107287" tIns="53643" rIns="107287" bIns="53643" anchor="ctr"/>
          <a:lstStyle/>
          <a:p>
            <a:endParaRPr lang="en-US"/>
          </a:p>
        </p:txBody>
      </p:sp>
      <p:sp>
        <p:nvSpPr>
          <p:cNvPr id="14" name="Line 33"/>
          <p:cNvSpPr>
            <a:spLocks noChangeShapeType="1"/>
          </p:cNvSpPr>
          <p:nvPr userDrawn="1"/>
        </p:nvSpPr>
        <p:spPr bwMode="auto">
          <a:xfrm flipH="1">
            <a:off x="55563" y="5684838"/>
            <a:ext cx="1519237" cy="0"/>
          </a:xfrm>
          <a:prstGeom prst="line">
            <a:avLst/>
          </a:prstGeom>
          <a:noFill/>
          <a:ln w="9525">
            <a:solidFill>
              <a:srgbClr val="FF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107287" tIns="53643" rIns="107287" bIns="53643" anchor="ctr"/>
          <a:lstStyle/>
          <a:p>
            <a:endParaRPr lang="en-US"/>
          </a:p>
        </p:txBody>
      </p:sp>
      <p:sp>
        <p:nvSpPr>
          <p:cNvPr id="15" name="Rectangle 34"/>
          <p:cNvSpPr>
            <a:spLocks noChangeArrowheads="1"/>
          </p:cNvSpPr>
          <p:nvPr userDrawn="1"/>
        </p:nvSpPr>
        <p:spPr bwMode="auto">
          <a:xfrm>
            <a:off x="1581150" y="100013"/>
            <a:ext cx="7469188" cy="6161087"/>
          </a:xfrm>
          <a:prstGeom prst="rect">
            <a:avLst/>
          </a:prstGeom>
          <a:noFill/>
          <a:ln w="9525">
            <a:solidFill>
              <a:srgbClr val="FF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07287" tIns="53643" rIns="107287" bIns="53643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1" hangingPunct="1"/>
            <a:endParaRPr lang="en-US" altLang="x-none"/>
          </a:p>
        </p:txBody>
      </p:sp>
      <p:sp>
        <p:nvSpPr>
          <p:cNvPr id="16" name="Text Box 36"/>
          <p:cNvSpPr txBox="1">
            <a:spLocks noChangeArrowheads="1"/>
          </p:cNvSpPr>
          <p:nvPr userDrawn="1"/>
        </p:nvSpPr>
        <p:spPr bwMode="auto">
          <a:xfrm>
            <a:off x="76200" y="1828800"/>
            <a:ext cx="14478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7287" tIns="53643" rIns="107287" bIns="53643">
            <a:spAutoFit/>
          </a:bodyPr>
          <a:lstStyle>
            <a:lvl1pPr eaLnBrk="0" hangingPunct="0">
              <a:defRPr sz="10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0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0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endParaRPr lang="de-DE" sz="1300" dirty="0">
              <a:solidFill>
                <a:srgbClr val="000099"/>
              </a:solidFill>
              <a:ea typeface="ＭＳ Ｐゴシック" charset="0"/>
              <a:cs typeface="ＭＳ Ｐゴシック" charset="0"/>
            </a:endParaRPr>
          </a:p>
        </p:txBody>
      </p:sp>
      <p:sp>
        <p:nvSpPr>
          <p:cNvPr id="17" name="Text Box 37"/>
          <p:cNvSpPr txBox="1">
            <a:spLocks noChangeArrowheads="1"/>
          </p:cNvSpPr>
          <p:nvPr userDrawn="1"/>
        </p:nvSpPr>
        <p:spPr bwMode="auto">
          <a:xfrm>
            <a:off x="0" y="1828800"/>
            <a:ext cx="1447800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7287" tIns="53643" rIns="107287" bIns="53643">
            <a:spAutoFit/>
          </a:bodyPr>
          <a:lstStyle>
            <a:lvl1pPr eaLnBrk="0" hangingPunct="0">
              <a:defRPr sz="10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0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0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de-DE" sz="1400" dirty="0">
                <a:solidFill>
                  <a:srgbClr val="000066"/>
                </a:solidFill>
                <a:ea typeface="ＭＳ Ｐゴシック" charset="0"/>
                <a:cs typeface="ＭＳ Ｐゴシック" charset="0"/>
              </a:rPr>
              <a:t>Inhalt</a:t>
            </a:r>
          </a:p>
        </p:txBody>
      </p:sp>
      <p:sp>
        <p:nvSpPr>
          <p:cNvPr id="18" name="Text Box 38"/>
          <p:cNvSpPr txBox="1">
            <a:spLocks noChangeArrowheads="1"/>
          </p:cNvSpPr>
          <p:nvPr userDrawn="1"/>
        </p:nvSpPr>
        <p:spPr bwMode="auto">
          <a:xfrm>
            <a:off x="8534400" y="6376988"/>
            <a:ext cx="4222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prstDash val="dash"/>
                <a:miter lim="800000"/>
                <a:headEnd/>
                <a:tailEnd/>
              </a14:hiddenLine>
            </a:ext>
          </a:extLst>
        </p:spPr>
        <p:txBody>
          <a:bodyPr wrap="none" lIns="107287" tIns="53643" rIns="107287" bIns="53643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fld id="{C56AD114-EB62-FD43-A151-B64BA6E0C587}" type="slidenum">
              <a:rPr lang="de-DE" altLang="de-DE" sz="1300">
                <a:solidFill>
                  <a:srgbClr val="000099"/>
                </a:solidFill>
                <a:latin typeface="Arial" charset="0"/>
              </a:rPr>
              <a:pPr/>
              <a:t>‹Nr.›</a:t>
            </a:fld>
            <a:endParaRPr lang="de-DE" altLang="de-DE" sz="1300">
              <a:solidFill>
                <a:srgbClr val="000099"/>
              </a:solidFill>
              <a:latin typeface="Arial" charset="0"/>
            </a:endParaRPr>
          </a:p>
        </p:txBody>
      </p:sp>
      <p:sp>
        <p:nvSpPr>
          <p:cNvPr id="19" name="Text Box 39"/>
          <p:cNvSpPr txBox="1">
            <a:spLocks noChangeArrowheads="1"/>
          </p:cNvSpPr>
          <p:nvPr userDrawn="1"/>
        </p:nvSpPr>
        <p:spPr bwMode="auto">
          <a:xfrm>
            <a:off x="0" y="2401888"/>
            <a:ext cx="1447800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7287" tIns="53643" rIns="107287" bIns="53643">
            <a:spAutoFit/>
          </a:bodyPr>
          <a:lstStyle>
            <a:lvl1pPr eaLnBrk="0" hangingPunct="0">
              <a:defRPr sz="10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0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0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de-DE" sz="1400" dirty="0">
                <a:solidFill>
                  <a:srgbClr val="000099"/>
                </a:solidFill>
                <a:ea typeface="ＭＳ Ｐゴシック" charset="0"/>
                <a:cs typeface="ＭＳ Ｐゴシック" charset="0"/>
              </a:rPr>
              <a:t>Grundlagen</a:t>
            </a:r>
          </a:p>
        </p:txBody>
      </p:sp>
      <p:sp>
        <p:nvSpPr>
          <p:cNvPr id="20" name="Text Box 40"/>
          <p:cNvSpPr txBox="1">
            <a:spLocks noChangeArrowheads="1"/>
          </p:cNvSpPr>
          <p:nvPr userDrawn="1"/>
        </p:nvSpPr>
        <p:spPr bwMode="auto">
          <a:xfrm>
            <a:off x="0" y="2974975"/>
            <a:ext cx="1447800" cy="53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7287" tIns="53643" rIns="107287" bIns="53643">
            <a:spAutoFit/>
          </a:bodyPr>
          <a:lstStyle>
            <a:lvl1pPr eaLnBrk="0" hangingPunct="0">
              <a:defRPr sz="10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0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0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GB" sz="1400" dirty="0">
                <a:solidFill>
                  <a:srgbClr val="000099"/>
                </a:solidFill>
                <a:ea typeface="ＭＳ Ｐゴシック" charset="0"/>
                <a:cs typeface="ＭＳ Ｐゴシック" charset="0"/>
              </a:rPr>
              <a:t>E-Procurement</a:t>
            </a:r>
          </a:p>
        </p:txBody>
      </p:sp>
      <p:sp>
        <p:nvSpPr>
          <p:cNvPr id="21" name="Text Box 41"/>
          <p:cNvSpPr txBox="1">
            <a:spLocks noChangeArrowheads="1"/>
          </p:cNvSpPr>
          <p:nvPr userDrawn="1"/>
        </p:nvSpPr>
        <p:spPr bwMode="auto">
          <a:xfrm>
            <a:off x="0" y="3548063"/>
            <a:ext cx="1447800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7287" tIns="53643" rIns="107287" bIns="53643">
            <a:spAutoFit/>
          </a:bodyPr>
          <a:lstStyle>
            <a:lvl1pPr eaLnBrk="0" hangingPunct="0">
              <a:defRPr sz="10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0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0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GB" sz="1400" dirty="0">
                <a:solidFill>
                  <a:srgbClr val="000099"/>
                </a:solidFill>
                <a:ea typeface="ＭＳ Ｐゴシック" charset="0"/>
                <a:cs typeface="ＭＳ Ｐゴシック" charset="0"/>
              </a:rPr>
              <a:t>E-Shop</a:t>
            </a:r>
          </a:p>
        </p:txBody>
      </p:sp>
      <p:sp>
        <p:nvSpPr>
          <p:cNvPr id="22" name="Text Box 42"/>
          <p:cNvSpPr txBox="1">
            <a:spLocks noChangeArrowheads="1"/>
          </p:cNvSpPr>
          <p:nvPr userDrawn="1"/>
        </p:nvSpPr>
        <p:spPr bwMode="auto">
          <a:xfrm>
            <a:off x="0" y="4121150"/>
            <a:ext cx="1447800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7287" tIns="53643" rIns="107287" bIns="53643">
            <a:spAutoFit/>
          </a:bodyPr>
          <a:lstStyle>
            <a:lvl1pPr eaLnBrk="0" hangingPunct="0">
              <a:defRPr sz="10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0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0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GB" sz="1400" dirty="0">
                <a:solidFill>
                  <a:srgbClr val="000099"/>
                </a:solidFill>
                <a:ea typeface="ＭＳ Ｐゴシック" charset="0"/>
                <a:cs typeface="ＭＳ Ｐゴシック" charset="0"/>
              </a:rPr>
              <a:t>E-Marketplace</a:t>
            </a:r>
          </a:p>
        </p:txBody>
      </p:sp>
      <p:sp>
        <p:nvSpPr>
          <p:cNvPr id="23" name="Rectangle 45"/>
          <p:cNvSpPr>
            <a:spLocks noChangeArrowheads="1"/>
          </p:cNvSpPr>
          <p:nvPr userDrawn="1"/>
        </p:nvSpPr>
        <p:spPr bwMode="auto">
          <a:xfrm>
            <a:off x="1630363" y="155575"/>
            <a:ext cx="1436687" cy="26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7287" tIns="53643" rIns="107287" bIns="53643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de-DE" altLang="x-none" sz="1400">
                <a:solidFill>
                  <a:srgbClr val="000066"/>
                </a:solidFill>
              </a:rPr>
              <a:t>Systeme</a:t>
            </a:r>
          </a:p>
        </p:txBody>
      </p:sp>
      <p:sp>
        <p:nvSpPr>
          <p:cNvPr id="24" name="Rectangle 46"/>
          <p:cNvSpPr>
            <a:spLocks noChangeArrowheads="1"/>
          </p:cNvSpPr>
          <p:nvPr userDrawn="1"/>
        </p:nvSpPr>
        <p:spPr bwMode="auto">
          <a:xfrm>
            <a:off x="3100388" y="155575"/>
            <a:ext cx="1436687" cy="26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7287" tIns="53643" rIns="107287" bIns="53643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de-DE" altLang="x-none" sz="1400">
                <a:solidFill>
                  <a:srgbClr val="000066"/>
                </a:solidFill>
              </a:rPr>
              <a:t>Prozesse</a:t>
            </a:r>
          </a:p>
        </p:txBody>
      </p:sp>
      <p:sp>
        <p:nvSpPr>
          <p:cNvPr id="25" name="Rectangle 47"/>
          <p:cNvSpPr>
            <a:spLocks noChangeArrowheads="1"/>
          </p:cNvSpPr>
          <p:nvPr userDrawn="1"/>
        </p:nvSpPr>
        <p:spPr bwMode="auto">
          <a:xfrm>
            <a:off x="4572000" y="155575"/>
            <a:ext cx="1436688" cy="26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7287" tIns="53643" rIns="107287" bIns="53643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de-DE" altLang="x-none" sz="1400">
                <a:solidFill>
                  <a:srgbClr val="000066"/>
                </a:solidFill>
              </a:rPr>
              <a:t>Management</a:t>
            </a:r>
          </a:p>
        </p:txBody>
      </p:sp>
      <p:sp>
        <p:nvSpPr>
          <p:cNvPr id="26" name="Rectangle 48"/>
          <p:cNvSpPr>
            <a:spLocks noChangeArrowheads="1"/>
          </p:cNvSpPr>
          <p:nvPr userDrawn="1"/>
        </p:nvSpPr>
        <p:spPr bwMode="auto">
          <a:xfrm>
            <a:off x="6042025" y="155575"/>
            <a:ext cx="1436688" cy="26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7287" tIns="53643" rIns="107287" bIns="53643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de-DE" altLang="x-none" sz="1400">
                <a:solidFill>
                  <a:srgbClr val="000066"/>
                </a:solidFill>
              </a:rPr>
              <a:t>Marketing</a:t>
            </a:r>
          </a:p>
        </p:txBody>
      </p:sp>
      <p:sp>
        <p:nvSpPr>
          <p:cNvPr id="27" name="Line 50"/>
          <p:cNvSpPr>
            <a:spLocks noChangeShapeType="1"/>
          </p:cNvSpPr>
          <p:nvPr userDrawn="1"/>
        </p:nvSpPr>
        <p:spPr bwMode="auto">
          <a:xfrm flipH="1">
            <a:off x="1585913" y="469900"/>
            <a:ext cx="7466012" cy="0"/>
          </a:xfrm>
          <a:prstGeom prst="line">
            <a:avLst/>
          </a:prstGeom>
          <a:noFill/>
          <a:ln w="9525">
            <a:solidFill>
              <a:srgbClr val="FF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107287" tIns="53643" rIns="107287" bIns="53643" anchor="ctr"/>
          <a:lstStyle/>
          <a:p>
            <a:endParaRPr lang="en-US"/>
          </a:p>
        </p:txBody>
      </p:sp>
      <p:sp>
        <p:nvSpPr>
          <p:cNvPr id="28" name="Line 51"/>
          <p:cNvSpPr>
            <a:spLocks noChangeShapeType="1"/>
          </p:cNvSpPr>
          <p:nvPr userDrawn="1"/>
        </p:nvSpPr>
        <p:spPr bwMode="auto">
          <a:xfrm rot="5400000" flipH="1">
            <a:off x="2896393" y="291307"/>
            <a:ext cx="366713" cy="0"/>
          </a:xfrm>
          <a:prstGeom prst="line">
            <a:avLst/>
          </a:prstGeom>
          <a:noFill/>
          <a:ln w="9525">
            <a:solidFill>
              <a:srgbClr val="FF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107287" tIns="53643" rIns="107287" bIns="53643" anchor="ctr"/>
          <a:lstStyle/>
          <a:p>
            <a:endParaRPr lang="en-US"/>
          </a:p>
        </p:txBody>
      </p:sp>
      <p:sp>
        <p:nvSpPr>
          <p:cNvPr id="29" name="Line 52"/>
          <p:cNvSpPr>
            <a:spLocks noChangeShapeType="1"/>
          </p:cNvSpPr>
          <p:nvPr userDrawn="1"/>
        </p:nvSpPr>
        <p:spPr bwMode="auto">
          <a:xfrm rot="5400000" flipH="1">
            <a:off x="4366418" y="291307"/>
            <a:ext cx="366713" cy="0"/>
          </a:xfrm>
          <a:prstGeom prst="line">
            <a:avLst/>
          </a:prstGeom>
          <a:noFill/>
          <a:ln w="9525">
            <a:solidFill>
              <a:srgbClr val="FF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107287" tIns="53643" rIns="107287" bIns="53643" anchor="ctr"/>
          <a:lstStyle/>
          <a:p>
            <a:endParaRPr lang="en-US"/>
          </a:p>
        </p:txBody>
      </p:sp>
      <p:sp>
        <p:nvSpPr>
          <p:cNvPr id="30" name="Line 53"/>
          <p:cNvSpPr>
            <a:spLocks noChangeShapeType="1"/>
          </p:cNvSpPr>
          <p:nvPr userDrawn="1"/>
        </p:nvSpPr>
        <p:spPr bwMode="auto">
          <a:xfrm rot="5400000" flipH="1">
            <a:off x="5839618" y="291307"/>
            <a:ext cx="366713" cy="0"/>
          </a:xfrm>
          <a:prstGeom prst="line">
            <a:avLst/>
          </a:prstGeom>
          <a:noFill/>
          <a:ln w="9525">
            <a:solidFill>
              <a:srgbClr val="FF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107287" tIns="53643" rIns="107287" bIns="53643" anchor="ctr"/>
          <a:lstStyle/>
          <a:p>
            <a:endParaRPr lang="en-US"/>
          </a:p>
        </p:txBody>
      </p:sp>
      <p:sp>
        <p:nvSpPr>
          <p:cNvPr id="31" name="Line 54"/>
          <p:cNvSpPr>
            <a:spLocks noChangeShapeType="1"/>
          </p:cNvSpPr>
          <p:nvPr userDrawn="1"/>
        </p:nvSpPr>
        <p:spPr bwMode="auto">
          <a:xfrm rot="5400000" flipH="1">
            <a:off x="7303293" y="291307"/>
            <a:ext cx="366713" cy="0"/>
          </a:xfrm>
          <a:prstGeom prst="line">
            <a:avLst/>
          </a:prstGeom>
          <a:noFill/>
          <a:ln w="9525">
            <a:solidFill>
              <a:srgbClr val="FF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107287" tIns="53643" rIns="107287" bIns="53643" anchor="ctr"/>
          <a:lstStyle/>
          <a:p>
            <a:endParaRPr lang="en-US"/>
          </a:p>
        </p:txBody>
      </p:sp>
      <p:sp>
        <p:nvSpPr>
          <p:cNvPr id="32" name="Text Box 97"/>
          <p:cNvSpPr txBox="1">
            <a:spLocks noChangeArrowheads="1"/>
          </p:cNvSpPr>
          <p:nvPr userDrawn="1"/>
        </p:nvSpPr>
        <p:spPr bwMode="auto">
          <a:xfrm>
            <a:off x="0" y="5272088"/>
            <a:ext cx="1447800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7287" tIns="53643" rIns="107287" bIns="53643">
            <a:spAutoFit/>
          </a:bodyPr>
          <a:lstStyle>
            <a:lvl1pPr eaLnBrk="0" hangingPunct="0">
              <a:defRPr sz="10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0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0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GB" sz="1400" dirty="0">
                <a:solidFill>
                  <a:srgbClr val="000066"/>
                </a:solidFill>
                <a:ea typeface="ＭＳ Ｐゴシック" charset="0"/>
                <a:cs typeface="ＭＳ Ｐゴシック" charset="0"/>
              </a:rPr>
              <a:t>E-Company</a:t>
            </a:r>
          </a:p>
        </p:txBody>
      </p:sp>
      <p:sp>
        <p:nvSpPr>
          <p:cNvPr id="33" name="Text Box 97"/>
          <p:cNvSpPr txBox="1">
            <a:spLocks noChangeArrowheads="1"/>
          </p:cNvSpPr>
          <p:nvPr userDrawn="1"/>
        </p:nvSpPr>
        <p:spPr bwMode="auto">
          <a:xfrm>
            <a:off x="0" y="4710113"/>
            <a:ext cx="1447800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7287" tIns="53643" rIns="107287" bIns="53643">
            <a:spAutoFit/>
          </a:bodyPr>
          <a:lstStyle>
            <a:lvl1pPr eaLnBrk="0" hangingPunct="0">
              <a:defRPr sz="10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0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0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GB" sz="1400" dirty="0">
                <a:solidFill>
                  <a:srgbClr val="000066"/>
                </a:solidFill>
                <a:ea typeface="ＭＳ Ｐゴシック" charset="0"/>
                <a:cs typeface="ＭＳ Ｐゴシック" charset="0"/>
              </a:rPr>
              <a:t>E-Community</a:t>
            </a:r>
          </a:p>
        </p:txBody>
      </p:sp>
      <p:sp>
        <p:nvSpPr>
          <p:cNvPr id="34" name="Text Box 97"/>
          <p:cNvSpPr txBox="1">
            <a:spLocks noChangeArrowheads="1"/>
          </p:cNvSpPr>
          <p:nvPr userDrawn="1"/>
        </p:nvSpPr>
        <p:spPr bwMode="auto">
          <a:xfrm>
            <a:off x="0" y="5854700"/>
            <a:ext cx="1447800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7287" tIns="53643" rIns="107287" bIns="53643">
            <a:spAutoFit/>
          </a:bodyPr>
          <a:lstStyle>
            <a:lvl1pPr eaLnBrk="0" hangingPunct="0">
              <a:defRPr sz="10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0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0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GB" sz="1400" dirty="0">
                <a:solidFill>
                  <a:srgbClr val="000066"/>
                </a:solidFill>
                <a:ea typeface="ＭＳ Ｐゴシック" charset="0"/>
                <a:cs typeface="ＭＳ Ｐゴシック" charset="0"/>
              </a:rPr>
              <a:t>Literatur</a:t>
            </a:r>
          </a:p>
        </p:txBody>
      </p:sp>
      <p:sp>
        <p:nvSpPr>
          <p:cNvPr id="35" name="Rectangle 89"/>
          <p:cNvSpPr>
            <a:spLocks noChangeArrowheads="1"/>
          </p:cNvSpPr>
          <p:nvPr userDrawn="1"/>
        </p:nvSpPr>
        <p:spPr bwMode="auto">
          <a:xfrm>
            <a:off x="7566025" y="155575"/>
            <a:ext cx="1436688" cy="26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7287" tIns="53643" rIns="107287" bIns="53643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de-DE" altLang="x-none" sz="1400">
                <a:solidFill>
                  <a:srgbClr val="000066"/>
                </a:solidFill>
              </a:rPr>
              <a:t>Implementierung</a:t>
            </a:r>
          </a:p>
        </p:txBody>
      </p:sp>
      <p:grpSp>
        <p:nvGrpSpPr>
          <p:cNvPr id="36" name="Group 47"/>
          <p:cNvGrpSpPr>
            <a:grpSpLocks/>
          </p:cNvGrpSpPr>
          <p:nvPr userDrawn="1"/>
        </p:nvGrpSpPr>
        <p:grpSpPr bwMode="auto">
          <a:xfrm>
            <a:off x="0" y="304800"/>
            <a:ext cx="1562100" cy="927100"/>
            <a:chOff x="5643563" y="4868863"/>
            <a:chExt cx="3097212" cy="1697037"/>
          </a:xfrm>
        </p:grpSpPr>
        <p:pic>
          <p:nvPicPr>
            <p:cNvPr id="37" name="Picture 33"/>
            <p:cNvPicPr>
              <a:picLocks noChangeAspect="1" noChangeArrowheads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43563" y="4868863"/>
              <a:ext cx="3097212" cy="16970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pic>
        <p:pic>
          <p:nvPicPr>
            <p:cNvPr id="38" name="Picture 2" descr="http://cdecon.jku.at/wp-content/uploads/JKU_RGB_Schwarz_nowhite.png"/>
            <p:cNvPicPr>
              <a:picLocks noChangeAspect="1" noChangeArrowheads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67625" y="4870450"/>
              <a:ext cx="1008063" cy="503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14708" name="Rectangle 20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2971800" y="4267200"/>
            <a:ext cx="6019800" cy="1752600"/>
          </a:xfrm>
          <a:prstGeom prst="rect">
            <a:avLst/>
          </a:prstGeom>
          <a:noFill/>
        </p:spPr>
        <p:txBody>
          <a:bodyPr lIns="107287" tIns="53643" rIns="107287" bIns="53643"/>
          <a:lstStyle>
            <a:lvl1pPr marL="0" indent="0">
              <a:buFont typeface="Wingdings" pitchFamily="2" charset="2"/>
              <a:buNone/>
              <a:defRPr sz="4000">
                <a:solidFill>
                  <a:srgbClr val="000066"/>
                </a:solidFill>
              </a:defRPr>
            </a:lvl1pPr>
          </a:lstStyle>
          <a:p>
            <a:pPr lvl="0"/>
            <a:r>
              <a:rPr lang="de-DE" noProof="0"/>
              <a:t>Grundlagen elektronischer Geschäftsprozesse</a:t>
            </a:r>
            <a:br>
              <a:rPr lang="de-DE" noProof="0"/>
            </a:br>
            <a:r>
              <a:rPr lang="de-DE" noProof="0"/>
              <a:t>in der Net Economy</a:t>
            </a:r>
          </a:p>
        </p:txBody>
      </p:sp>
    </p:spTree>
    <p:extLst>
      <p:ext uri="{BB962C8B-B14F-4D97-AF65-F5344CB8AC3E}">
        <p14:creationId xmlns:p14="http://schemas.microsoft.com/office/powerpoint/2010/main" val="42251682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540812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de-AT" dirty="0"/>
              <a:t>Platz für IHREN Titel</a:t>
            </a:r>
          </a:p>
        </p:txBody>
      </p:sp>
    </p:spTree>
    <p:extLst>
      <p:ext uri="{BB962C8B-B14F-4D97-AF65-F5344CB8AC3E}">
        <p14:creationId xmlns:p14="http://schemas.microsoft.com/office/powerpoint/2010/main" val="4148630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de-DE" dirty="0"/>
              <a:t>Space </a:t>
            </a:r>
            <a:r>
              <a:rPr lang="de-DE" dirty="0" err="1"/>
              <a:t>for</a:t>
            </a:r>
            <a:br>
              <a:rPr lang="de-DE" dirty="0"/>
            </a:br>
            <a:r>
              <a:rPr lang="de-DE" dirty="0" err="1"/>
              <a:t>Your</a:t>
            </a:r>
            <a:r>
              <a:rPr lang="de-DE" dirty="0"/>
              <a:t> Title, Graphs </a:t>
            </a:r>
            <a:r>
              <a:rPr lang="de-DE" dirty="0" err="1"/>
              <a:t>and</a:t>
            </a:r>
            <a:r>
              <a:rPr lang="de-DE" dirty="0"/>
              <a:t> </a:t>
            </a:r>
            <a:r>
              <a:rPr lang="de-DE" dirty="0" err="1"/>
              <a:t>charts</a:t>
            </a:r>
            <a:endParaRPr lang="de-AT" dirty="0"/>
          </a:p>
        </p:txBody>
      </p:sp>
      <p:sp>
        <p:nvSpPr>
          <p:cNvPr id="7" name="Bildplatzhalter 8"/>
          <p:cNvSpPr>
            <a:spLocks noGrp="1"/>
          </p:cNvSpPr>
          <p:nvPr>
            <p:ph type="pic" sz="quarter" idx="14" hasCustomPrompt="1"/>
          </p:nvPr>
        </p:nvSpPr>
        <p:spPr>
          <a:xfrm>
            <a:off x="1236227" y="6278218"/>
            <a:ext cx="567000" cy="313609"/>
          </a:xfrm>
        </p:spPr>
        <p:txBody>
          <a:bodyPr lIns="36000" tIns="72000" bIns="0">
            <a:noAutofit/>
          </a:bodyPr>
          <a:lstStyle>
            <a:lvl1pPr marL="0" indent="0">
              <a:lnSpc>
                <a:spcPts val="675"/>
              </a:lnSpc>
              <a:spcBef>
                <a:spcPts val="0"/>
              </a:spcBef>
              <a:buNone/>
              <a:defRPr sz="600" baseline="0"/>
            </a:lvl1pPr>
          </a:lstStyle>
          <a:p>
            <a:r>
              <a:rPr lang="en-US" dirty="0"/>
              <a:t>Space for a partner's logo</a:t>
            </a:r>
            <a:endParaRPr lang="de-AT" dirty="0"/>
          </a:p>
        </p:txBody>
      </p:sp>
      <p:sp>
        <p:nvSpPr>
          <p:cNvPr id="6" name="Datumsplatzhalter 5"/>
          <p:cNvSpPr>
            <a:spLocks noGrp="1"/>
          </p:cNvSpPr>
          <p:nvPr>
            <p:ph type="dt" sz="half" idx="15"/>
          </p:nvPr>
        </p:nvSpPr>
        <p:spPr>
          <a:xfrm>
            <a:off x="2886433" y="6395540"/>
            <a:ext cx="1173413" cy="365125"/>
          </a:xfrm>
          <a:prstGeom prst="rect">
            <a:avLst/>
          </a:prstGeom>
        </p:spPr>
        <p:txBody>
          <a:bodyPr/>
          <a:lstStyle/>
          <a:p>
            <a:r>
              <a:rPr lang="de-DE"/>
              <a:t>2016-05-04</a:t>
            </a:r>
            <a:endParaRPr lang="en-US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6"/>
          </p:nvPr>
        </p:nvSpPr>
        <p:spPr>
          <a:xfrm>
            <a:off x="4273550" y="6395540"/>
            <a:ext cx="30861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de-AT"/>
              <a:t>Department of Computer Science</a:t>
            </a:r>
            <a:endParaRPr lang="en-US" dirty="0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7"/>
          </p:nvPr>
        </p:nvSpPr>
        <p:spPr>
          <a:xfrm>
            <a:off x="8077203" y="6395540"/>
            <a:ext cx="514350" cy="365125"/>
          </a:xfrm>
          <a:prstGeom prst="rect">
            <a:avLst/>
          </a:prstGeom>
        </p:spPr>
        <p:txBody>
          <a:bodyPr/>
          <a:lstStyle/>
          <a:p>
            <a:fld id="{2E1B1CB6-5C5C-443C-B788-F7ADFC29778E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455636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de-DE" dirty="0"/>
              <a:t>Space </a:t>
            </a:r>
            <a:r>
              <a:rPr lang="de-DE" dirty="0" err="1"/>
              <a:t>for</a:t>
            </a:r>
            <a:br>
              <a:rPr lang="de-DE" dirty="0"/>
            </a:br>
            <a:r>
              <a:rPr lang="de-DE" dirty="0" err="1"/>
              <a:t>Your</a:t>
            </a:r>
            <a:r>
              <a:rPr lang="de-DE" dirty="0"/>
              <a:t> Title, Graphs </a:t>
            </a:r>
            <a:r>
              <a:rPr lang="de-DE" dirty="0" err="1"/>
              <a:t>and</a:t>
            </a:r>
            <a:r>
              <a:rPr lang="de-DE" dirty="0"/>
              <a:t> </a:t>
            </a:r>
            <a:r>
              <a:rPr lang="de-DE" dirty="0" err="1"/>
              <a:t>charts</a:t>
            </a:r>
            <a:endParaRPr lang="de-AT" dirty="0"/>
          </a:p>
        </p:txBody>
      </p:sp>
      <p:sp>
        <p:nvSpPr>
          <p:cNvPr id="7" name="Bildplatzhalter 8"/>
          <p:cNvSpPr>
            <a:spLocks noGrp="1"/>
          </p:cNvSpPr>
          <p:nvPr>
            <p:ph type="pic" sz="quarter" idx="14" hasCustomPrompt="1"/>
          </p:nvPr>
        </p:nvSpPr>
        <p:spPr>
          <a:xfrm>
            <a:off x="1236227" y="6278218"/>
            <a:ext cx="567000" cy="313609"/>
          </a:xfrm>
        </p:spPr>
        <p:txBody>
          <a:bodyPr lIns="36000" tIns="72000" bIns="0">
            <a:noAutofit/>
          </a:bodyPr>
          <a:lstStyle>
            <a:lvl1pPr marL="0" indent="0">
              <a:lnSpc>
                <a:spcPts val="675"/>
              </a:lnSpc>
              <a:spcBef>
                <a:spcPts val="0"/>
              </a:spcBef>
              <a:buNone/>
              <a:defRPr sz="600" baseline="0"/>
            </a:lvl1pPr>
          </a:lstStyle>
          <a:p>
            <a:r>
              <a:rPr lang="en-US" dirty="0"/>
              <a:t>Space for a partner's logo</a:t>
            </a:r>
            <a:endParaRPr lang="de-AT" dirty="0"/>
          </a:p>
        </p:txBody>
      </p:sp>
      <p:sp>
        <p:nvSpPr>
          <p:cNvPr id="6" name="Datumsplatzhalter 5"/>
          <p:cNvSpPr>
            <a:spLocks noGrp="1"/>
          </p:cNvSpPr>
          <p:nvPr>
            <p:ph type="dt" sz="half" idx="15"/>
          </p:nvPr>
        </p:nvSpPr>
        <p:spPr>
          <a:xfrm>
            <a:off x="2886433" y="6395540"/>
            <a:ext cx="1173413" cy="365125"/>
          </a:xfrm>
          <a:prstGeom prst="rect">
            <a:avLst/>
          </a:prstGeom>
        </p:spPr>
        <p:txBody>
          <a:bodyPr/>
          <a:lstStyle/>
          <a:p>
            <a:r>
              <a:rPr lang="de-DE"/>
              <a:t>2016-05-04</a:t>
            </a:r>
            <a:endParaRPr lang="en-US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6"/>
          </p:nvPr>
        </p:nvSpPr>
        <p:spPr>
          <a:xfrm>
            <a:off x="4273550" y="6395540"/>
            <a:ext cx="30861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de-AT"/>
              <a:t>Department of Computer Science</a:t>
            </a:r>
            <a:endParaRPr lang="en-US" dirty="0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7"/>
          </p:nvPr>
        </p:nvSpPr>
        <p:spPr>
          <a:xfrm>
            <a:off x="8077203" y="6395540"/>
            <a:ext cx="514350" cy="365125"/>
          </a:xfrm>
          <a:prstGeom prst="rect">
            <a:avLst/>
          </a:prstGeom>
        </p:spPr>
        <p:txBody>
          <a:bodyPr/>
          <a:lstStyle/>
          <a:p>
            <a:fld id="{2E1B1CB6-5C5C-443C-B788-F7ADFC29778E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898302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448251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E1137111-BB1D-AD49-9083-B7985D7C0719}" type="slidenum">
              <a:rPr lang="en-US" altLang="x-none"/>
              <a:pPr/>
              <a:t>‹Nr.›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17922790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65386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-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ild 7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61" y="0"/>
            <a:ext cx="9135879" cy="6858000"/>
          </a:xfrm>
          <a:prstGeom prst="rect">
            <a:avLst/>
          </a:prstGeom>
        </p:spPr>
      </p:pic>
      <p:sp>
        <p:nvSpPr>
          <p:cNvPr id="11" name="Titel 10"/>
          <p:cNvSpPr>
            <a:spLocks noGrp="1"/>
          </p:cNvSpPr>
          <p:nvPr>
            <p:ph type="title"/>
          </p:nvPr>
        </p:nvSpPr>
        <p:spPr>
          <a:xfrm>
            <a:off x="755650" y="406400"/>
            <a:ext cx="7632774" cy="857251"/>
          </a:xfrm>
        </p:spPr>
        <p:txBody>
          <a:bodyPr/>
          <a:lstStyle/>
          <a:p>
            <a:r>
              <a:rPr lang="de-AT" dirty="0"/>
              <a:t>Mastertitelformat bearbeiten</a:t>
            </a:r>
            <a:endParaRPr lang="de-DE" dirty="0"/>
          </a:p>
        </p:txBody>
      </p:sp>
      <p:sp>
        <p:nvSpPr>
          <p:cNvPr id="15" name="Textplatzhalter 14"/>
          <p:cNvSpPr>
            <a:spLocks noGrp="1"/>
          </p:cNvSpPr>
          <p:nvPr>
            <p:ph type="body" sz="quarter" idx="13" hasCustomPrompt="1"/>
          </p:nvPr>
        </p:nvSpPr>
        <p:spPr>
          <a:xfrm>
            <a:off x="755650" y="1524000"/>
            <a:ext cx="7632774" cy="4209256"/>
          </a:xfrm>
        </p:spPr>
        <p:txBody>
          <a:bodyPr/>
          <a:lstStyle>
            <a:lvl1pPr marL="342900" marR="0" indent="-342900" algn="l" defTabSz="914400" rtl="0" eaLnBrk="0" fontAlgn="base" latinLnBrk="0" hangingPunct="0">
              <a:lnSpc>
                <a:spcPct val="114000"/>
              </a:lnSpc>
              <a:spcBef>
                <a:spcPts val="600"/>
              </a:spcBef>
              <a:spcAft>
                <a:spcPct val="0"/>
              </a:spcAft>
              <a:buClr>
                <a:srgbClr val="800000"/>
              </a:buClr>
              <a:buSzTx/>
              <a:buFont typeface="Arial" pitchFamily="34" charset="0"/>
              <a:buChar char="−"/>
              <a:tabLst/>
              <a:defRPr lang="de-AT" sz="1600" b="0" kern="1200" noProof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647700" marR="0" indent="-285750" algn="l" defTabSz="914400" rtl="0" eaLnBrk="0" fontAlgn="base" latinLnBrk="0" hangingPunct="0">
              <a:lnSpc>
                <a:spcPct val="114000"/>
              </a:lnSpc>
              <a:spcBef>
                <a:spcPts val="600"/>
              </a:spcBef>
              <a:spcAft>
                <a:spcPct val="0"/>
              </a:spcAft>
              <a:buClr>
                <a:srgbClr val="800000"/>
              </a:buClr>
              <a:buSzPct val="120000"/>
              <a:buFont typeface="Symbol" charset="2"/>
              <a:buChar char="-"/>
              <a:tabLst/>
              <a:defRPr lang="de-AT" sz="1600" kern="1200" noProof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914400" marR="0" indent="-285750" algn="l" defTabSz="914400" rtl="0" eaLnBrk="0" fontAlgn="base" latinLnBrk="0" hangingPunct="0">
              <a:lnSpc>
                <a:spcPct val="114000"/>
              </a:lnSpc>
              <a:spcBef>
                <a:spcPts val="600"/>
              </a:spcBef>
              <a:spcAft>
                <a:spcPct val="0"/>
              </a:spcAft>
              <a:buClr>
                <a:srgbClr val="800000"/>
              </a:buClr>
              <a:buSzPct val="80000"/>
              <a:buFont typeface="Lucida Grande"/>
              <a:buChar char="❯"/>
              <a:tabLst/>
              <a:defRPr lang="de-AT" sz="1600" kern="1200" noProof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095375" marR="0" indent="-285750" algn="l" defTabSz="914400" rtl="0" eaLnBrk="0" fontAlgn="base" latinLnBrk="0" hangingPunct="0">
              <a:lnSpc>
                <a:spcPct val="114000"/>
              </a:lnSpc>
              <a:spcBef>
                <a:spcPts val="600"/>
              </a:spcBef>
              <a:spcAft>
                <a:spcPct val="0"/>
              </a:spcAft>
              <a:buClr>
                <a:srgbClr val="800000"/>
              </a:buClr>
              <a:buSzPct val="100000"/>
              <a:buFont typeface="Symbol" charset="2"/>
              <a:buChar char="-"/>
              <a:tabLst/>
              <a:defRPr lang="de-AT" sz="1600" kern="1200" noProof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800000"/>
              </a:buClr>
              <a:buSzTx/>
              <a:buFont typeface="Arial" pitchFamily="34" charset="0"/>
              <a:buChar char="−"/>
              <a:tabLst/>
              <a:defRPr/>
            </a:pPr>
            <a:r>
              <a:rPr kumimoji="0" lang="de-AT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Mastertextformat bearbeiten</a:t>
            </a:r>
          </a:p>
          <a:p>
            <a:pPr marL="628650" marR="0" lvl="1" indent="-26670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00000"/>
              </a:buClr>
              <a:buSzPct val="120000"/>
              <a:buFont typeface="Arial" pitchFamily="34" charset="0"/>
              <a:buChar char="&gt;"/>
              <a:tabLst/>
              <a:defRPr/>
            </a:pPr>
            <a:r>
              <a:rPr kumimoji="0" lang="de-AT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Zweite Ebene</a:t>
            </a:r>
          </a:p>
          <a:p>
            <a:pPr marL="809625" marR="0" lvl="2" indent="-180975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00000"/>
              </a:buClr>
              <a:buSzPct val="80000"/>
              <a:buFont typeface="Arial" pitchFamily="34" charset="0"/>
              <a:buChar char="−"/>
              <a:tabLst/>
              <a:defRPr/>
            </a:pPr>
            <a:r>
              <a:rPr kumimoji="0" lang="de-AT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Dritte Ebene</a:t>
            </a:r>
          </a:p>
          <a:p>
            <a:pPr marL="990600" marR="0" lvl="3" indent="-180975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00000"/>
              </a:buClr>
              <a:buSzPct val="100000"/>
              <a:buFont typeface="Arial" pitchFamily="34" charset="0"/>
              <a:buChar char="&gt;"/>
              <a:tabLst/>
              <a:defRPr/>
            </a:pPr>
            <a:r>
              <a:rPr kumimoji="0" lang="de-AT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Vierte Ebene</a:t>
            </a:r>
          </a:p>
        </p:txBody>
      </p:sp>
      <p:sp>
        <p:nvSpPr>
          <p:cNvPr id="6" name="Foliennummernplatzhalter 7"/>
          <p:cNvSpPr>
            <a:spLocks noGrp="1"/>
          </p:cNvSpPr>
          <p:nvPr>
            <p:ph type="sldNum" sz="quarter" idx="4"/>
          </p:nvPr>
        </p:nvSpPr>
        <p:spPr>
          <a:xfrm>
            <a:off x="791580" y="6117299"/>
            <a:ext cx="504056" cy="2880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rgbClr val="000000"/>
                </a:solidFill>
              </a:defRPr>
            </a:lvl1pPr>
          </a:lstStyle>
          <a:p>
            <a:fld id="{34B5A52B-CED3-2B45-BCB4-D0C43D96A753}" type="slidenum">
              <a:rPr lang="de-DE" smtClean="0"/>
              <a:pPr/>
              <a:t>‹Nr.›</a:t>
            </a:fld>
            <a:endParaRPr lang="de-DE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88224" y="6165304"/>
            <a:ext cx="720980" cy="480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70734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gramm-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Bild 9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61" y="0"/>
            <a:ext cx="9135879" cy="6858000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55650" y="406800"/>
            <a:ext cx="7632774" cy="856800"/>
          </a:xfrm>
        </p:spPr>
        <p:txBody>
          <a:bodyPr>
            <a:noAutofit/>
          </a:bodyPr>
          <a:lstStyle>
            <a:lvl1pPr algn="l">
              <a:defRPr sz="3000" b="1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9" name="Inhaltsplatzhalter 8"/>
          <p:cNvSpPr>
            <a:spLocks noGrp="1"/>
          </p:cNvSpPr>
          <p:nvPr>
            <p:ph sz="quarter" idx="10" hasCustomPrompt="1"/>
          </p:nvPr>
        </p:nvSpPr>
        <p:spPr>
          <a:xfrm>
            <a:off x="755650" y="1508787"/>
            <a:ext cx="7632774" cy="4224469"/>
          </a:xfrm>
        </p:spPr>
        <p:txBody>
          <a:bodyPr/>
          <a:lstStyle>
            <a:lvl1pPr marL="342900" indent="-342900">
              <a:lnSpc>
                <a:spcPct val="114000"/>
              </a:lnSpc>
              <a:spcBef>
                <a:spcPts val="600"/>
              </a:spcBef>
              <a:defRPr kumimoji="0" lang="de-AT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defRPr>
            </a:lvl1pPr>
            <a:lvl2pPr marL="647700" indent="-285750">
              <a:lnSpc>
                <a:spcPct val="114000"/>
              </a:lnSpc>
              <a:spcBef>
                <a:spcPts val="600"/>
              </a:spcBef>
              <a:defRPr kumimoji="0" lang="de-AT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defRPr>
            </a:lvl2pPr>
            <a:lvl3pPr marL="914400" indent="-285750">
              <a:lnSpc>
                <a:spcPct val="114000"/>
              </a:lnSpc>
              <a:spcBef>
                <a:spcPts val="600"/>
              </a:spcBef>
              <a:defRPr kumimoji="0" lang="de-AT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defRPr>
            </a:lvl3pPr>
            <a:lvl4pPr marL="1095375" indent="-285750">
              <a:lnSpc>
                <a:spcPct val="114000"/>
              </a:lnSpc>
              <a:spcBef>
                <a:spcPts val="600"/>
              </a:spcBef>
              <a:defRPr kumimoji="0" lang="de-AT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defRPr>
            </a:lvl4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800000"/>
              </a:buClr>
              <a:buSzTx/>
              <a:buFont typeface="Arial" pitchFamily="34" charset="0"/>
              <a:buChar char="−"/>
              <a:tabLst/>
              <a:defRPr/>
            </a:pPr>
            <a:r>
              <a:rPr lang="de-AT" dirty="0"/>
              <a:t>Titelmastertextformat durch Klicken bearbeiten</a:t>
            </a:r>
          </a:p>
          <a:p>
            <a:pPr marL="628650" marR="0" lvl="1" indent="-26670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00000"/>
              </a:buClr>
              <a:buSzPct val="120000"/>
              <a:buFont typeface="Arial" pitchFamily="34" charset="0"/>
              <a:buChar char="&gt;"/>
              <a:tabLst/>
              <a:defRPr/>
            </a:pPr>
            <a:r>
              <a:rPr lang="de-AT" dirty="0"/>
              <a:t>Zweite Ebene</a:t>
            </a:r>
          </a:p>
          <a:p>
            <a:pPr marL="809625" marR="0" lvl="2" indent="-180975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00000"/>
              </a:buClr>
              <a:buSzPct val="80000"/>
              <a:buFont typeface="Arial" pitchFamily="34" charset="0"/>
              <a:buChar char="−"/>
              <a:tabLst/>
              <a:defRPr/>
            </a:pPr>
            <a:r>
              <a:rPr lang="de-AT" dirty="0"/>
              <a:t>Dritte Ebene</a:t>
            </a:r>
          </a:p>
          <a:p>
            <a:pPr marL="990600" marR="0" lvl="3" indent="-180975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00000"/>
              </a:buClr>
              <a:buSzPct val="100000"/>
              <a:buFont typeface="Arial" pitchFamily="34" charset="0"/>
              <a:buChar char="&gt;"/>
              <a:tabLst/>
              <a:defRPr/>
            </a:pPr>
            <a:r>
              <a:rPr lang="de-AT" dirty="0"/>
              <a:t>Vierte Ebene</a:t>
            </a:r>
          </a:p>
        </p:txBody>
      </p:sp>
      <p:sp>
        <p:nvSpPr>
          <p:cNvPr id="6" name="Foliennummernplatzhalter 7"/>
          <p:cNvSpPr>
            <a:spLocks noGrp="1"/>
          </p:cNvSpPr>
          <p:nvPr>
            <p:ph type="sldNum" sz="quarter" idx="4"/>
          </p:nvPr>
        </p:nvSpPr>
        <p:spPr>
          <a:xfrm>
            <a:off x="791580" y="6117299"/>
            <a:ext cx="504056" cy="2880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rgbClr val="000000"/>
                </a:solidFill>
              </a:defRPr>
            </a:lvl1pPr>
          </a:lstStyle>
          <a:p>
            <a:fld id="{34B5A52B-CED3-2B45-BCB4-D0C43D96A753}" type="slidenum">
              <a:rPr lang="de-DE" smtClean="0"/>
              <a:pPr/>
              <a:t>‹Nr.›</a:t>
            </a:fld>
            <a:endParaRPr lang="de-DE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88224" y="6165304"/>
            <a:ext cx="720980" cy="480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12409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HelveticaNeueLT Std Cn" panose="020B0506030502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de-AT" dirty="0"/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11"/>
          </p:nvPr>
        </p:nvSpPr>
        <p:spPr>
          <a:xfrm>
            <a:off x="539552" y="1700808"/>
            <a:ext cx="8064896" cy="468052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NeueLT Std" panose="020B0604020202020204" pitchFamily="34" charset="0"/>
              </a:defRPr>
            </a:lvl1pPr>
            <a:lvl2pPr>
              <a:defRPr>
                <a:latin typeface="HelveticaNeueLT Std" panose="020B0604020202020204" pitchFamily="34" charset="0"/>
              </a:defRPr>
            </a:lvl2pPr>
            <a:lvl3pPr>
              <a:defRPr>
                <a:latin typeface="HelveticaNeueLT Std" panose="020B0604020202020204" pitchFamily="34" charset="0"/>
              </a:defRPr>
            </a:lvl3pPr>
            <a:lvl4pPr>
              <a:defRPr>
                <a:latin typeface="HelveticaNeueLT Std" panose="020B0604020202020204" pitchFamily="34" charset="0"/>
              </a:defRPr>
            </a:lvl4pPr>
            <a:lvl5pPr>
              <a:defRPr>
                <a:latin typeface="HelveticaNeueLT Std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AT" dirty="0"/>
          </a:p>
        </p:txBody>
      </p:sp>
      <p:sp>
        <p:nvSpPr>
          <p:cNvPr id="9" name="Foliennummernplatzhalter 2"/>
          <p:cNvSpPr>
            <a:spLocks noGrp="1"/>
          </p:cNvSpPr>
          <p:nvPr>
            <p:ph type="sldNum" sz="quarter" idx="4"/>
          </p:nvPr>
        </p:nvSpPr>
        <p:spPr>
          <a:xfrm>
            <a:off x="8249777" y="404664"/>
            <a:ext cx="617302" cy="383371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algn="ctr">
              <a:defRPr sz="1800" b="1" strike="noStrike" baseline="0">
                <a:ln w="19050">
                  <a:noFill/>
                  <a:prstDash val="solid"/>
                </a:ln>
                <a:solidFill>
                  <a:schemeClr val="tx1"/>
                </a:solidFill>
                <a:effectLst>
                  <a:glow rad="228600">
                    <a:schemeClr val="bg1"/>
                  </a:glow>
                </a:effectLst>
                <a:latin typeface="Arial" panose="020B0604020202020204" pitchFamily="34" charset="0"/>
              </a:defRPr>
            </a:lvl1pPr>
          </a:lstStyle>
          <a:p>
            <a:fld id="{3AD57DB8-9169-4DE5-80EC-8115F2E6ED26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2551287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vmlDrawing" Target="../drawings/vmlDrawing1.v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image" Target="../media/image2.e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2.bin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oleObject" Target="../embeddings/oleObject1.bin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oleObject" Target="../embeddings/oleObject3.bin"/><Relationship Id="rId3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32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vmlDrawing" Target="../drawings/vmlDrawing2.v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29" Type="http://schemas.openxmlformats.org/officeDocument/2006/relationships/image" Target="../media/image4.wmf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theme" Target="../theme/theme2.xml"/><Relationship Id="rId32" Type="http://schemas.openxmlformats.org/officeDocument/2006/relationships/image" Target="../media/image7.png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28" Type="http://schemas.openxmlformats.org/officeDocument/2006/relationships/oleObject" Target="../embeddings/oleObject4.bin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31" Type="http://schemas.openxmlformats.org/officeDocument/2006/relationships/image" Target="../media/image6.png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Relationship Id="rId27" Type="http://schemas.openxmlformats.org/officeDocument/2006/relationships/image" Target="../media/image3.wmf"/><Relationship Id="rId30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410" name="Rectangle 2"/>
          <p:cNvSpPr>
            <a:spLocks noChangeArrowheads="1"/>
          </p:cNvSpPr>
          <p:nvPr/>
        </p:nvSpPr>
        <p:spPr bwMode="auto">
          <a:xfrm>
            <a:off x="6777038" y="6435725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wrap="none" lIns="92075" tIns="46038" rIns="92075" bIns="46038" anchor="ctr"/>
          <a:lstStyle>
            <a:lvl1pPr eaLnBrk="0" hangingPunct="0">
              <a:defRPr sz="16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pPr algn="r">
              <a:defRPr/>
            </a:pPr>
            <a:fld id="{BC3892EC-C427-4B97-8520-433536C5F4A1}" type="slidenum">
              <a:rPr lang="de-DE" altLang="x-none" sz="1100" smtClean="0">
                <a:solidFill>
                  <a:srgbClr val="1F497D"/>
                </a:solidFill>
                <a:cs typeface="+mn-cs"/>
              </a:rPr>
              <a:pPr algn="r">
                <a:defRPr/>
              </a:pPr>
              <a:t>‹Nr.›</a:t>
            </a:fld>
            <a:endParaRPr lang="de-DE" altLang="x-none" sz="1100" dirty="0">
              <a:solidFill>
                <a:srgbClr val="1F497D"/>
              </a:solidFill>
              <a:cs typeface="+mn-cs"/>
            </a:endParaRPr>
          </a:p>
        </p:txBody>
      </p:sp>
      <p:sp>
        <p:nvSpPr>
          <p:cNvPr id="1602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65138" y="249238"/>
            <a:ext cx="8467725" cy="893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/>
              <a:t>Titelmasterformat bearbeiten</a:t>
            </a:r>
          </a:p>
        </p:txBody>
      </p:sp>
      <p:sp>
        <p:nvSpPr>
          <p:cNvPr id="1603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66725" y="1403350"/>
            <a:ext cx="8466138" cy="4970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029" name="Line 5"/>
          <p:cNvSpPr>
            <a:spLocks noChangeShapeType="1"/>
          </p:cNvSpPr>
          <p:nvPr/>
        </p:nvSpPr>
        <p:spPr bwMode="auto">
          <a:xfrm flipV="1">
            <a:off x="246063" y="6511925"/>
            <a:ext cx="8674100" cy="3175"/>
          </a:xfrm>
          <a:prstGeom prst="line">
            <a:avLst/>
          </a:prstGeom>
          <a:noFill/>
          <a:ln w="12700">
            <a:solidFill>
              <a:srgbClr val="1F497D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eaLnBrk="0" hangingPunct="0">
              <a:defRPr/>
            </a:pPr>
            <a:endParaRPr lang="en-US">
              <a:latin typeface="Verdana" charset="0"/>
              <a:ea typeface="ＭＳ Ｐゴシック" charset="-128"/>
              <a:cs typeface="+mn-cs"/>
            </a:endParaRPr>
          </a:p>
        </p:txBody>
      </p:sp>
      <p:sp>
        <p:nvSpPr>
          <p:cNvPr id="1030" name="Line 6"/>
          <p:cNvSpPr>
            <a:spLocks noChangeShapeType="1"/>
          </p:cNvSpPr>
          <p:nvPr/>
        </p:nvSpPr>
        <p:spPr bwMode="auto">
          <a:xfrm>
            <a:off x="8689975" y="6375400"/>
            <a:ext cx="0" cy="406400"/>
          </a:xfrm>
          <a:prstGeom prst="line">
            <a:avLst/>
          </a:prstGeom>
          <a:noFill/>
          <a:ln w="12700">
            <a:solidFill>
              <a:srgbClr val="1F497D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eaLnBrk="0" hangingPunct="0">
              <a:defRPr/>
            </a:pPr>
            <a:endParaRPr lang="en-US">
              <a:latin typeface="Verdana" charset="0"/>
              <a:ea typeface="ＭＳ Ｐゴシック" charset="-128"/>
              <a:cs typeface="+mn-cs"/>
            </a:endParaRPr>
          </a:p>
        </p:txBody>
      </p:sp>
      <p:graphicFrame>
        <p:nvGraphicFramePr>
          <p:cNvPr id="1598" name="Object 574"/>
          <p:cNvGraphicFramePr>
            <a:graphicFrameLocks noChangeAspect="1"/>
          </p:cNvGraphicFramePr>
          <p:nvPr/>
        </p:nvGraphicFramePr>
        <p:xfrm>
          <a:off x="8609013" y="6434138"/>
          <a:ext cx="158750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943" name="CorelDRAW" r:id="rId14" imgW="152400" imgH="152400" progId="">
                  <p:embed/>
                </p:oleObj>
              </mc:Choice>
              <mc:Fallback>
                <p:oleObj name="CorelDRAW" r:id="rId14" imgW="152400" imgH="152400" progId="">
                  <p:embed/>
                  <p:pic>
                    <p:nvPicPr>
                      <p:cNvPr id="0" name="Picture 57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09013" y="6434138"/>
                        <a:ext cx="158750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CC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8099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3" name="Line 9"/>
          <p:cNvSpPr>
            <a:spLocks noChangeShapeType="1"/>
          </p:cNvSpPr>
          <p:nvPr/>
        </p:nvSpPr>
        <p:spPr bwMode="auto">
          <a:xfrm>
            <a:off x="123825" y="258763"/>
            <a:ext cx="2371725" cy="0"/>
          </a:xfrm>
          <a:prstGeom prst="line">
            <a:avLst/>
          </a:prstGeom>
          <a:noFill/>
          <a:ln w="12700">
            <a:solidFill>
              <a:srgbClr val="1F497D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eaLnBrk="0" hangingPunct="0">
              <a:defRPr/>
            </a:pPr>
            <a:endParaRPr lang="en-US">
              <a:latin typeface="Verdana" charset="0"/>
              <a:ea typeface="ＭＳ Ｐゴシック" charset="-128"/>
              <a:cs typeface="+mn-cs"/>
            </a:endParaRPr>
          </a:p>
        </p:txBody>
      </p:sp>
      <p:sp>
        <p:nvSpPr>
          <p:cNvPr id="1034" name="Line 10"/>
          <p:cNvSpPr>
            <a:spLocks noChangeShapeType="1"/>
          </p:cNvSpPr>
          <p:nvPr/>
        </p:nvSpPr>
        <p:spPr bwMode="auto">
          <a:xfrm>
            <a:off x="365125" y="76200"/>
            <a:ext cx="0" cy="990600"/>
          </a:xfrm>
          <a:prstGeom prst="line">
            <a:avLst/>
          </a:prstGeom>
          <a:noFill/>
          <a:ln w="12700">
            <a:solidFill>
              <a:srgbClr val="1F497D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eaLnBrk="0" hangingPunct="0">
              <a:defRPr/>
            </a:pPr>
            <a:endParaRPr lang="en-US">
              <a:latin typeface="Verdana" charset="0"/>
              <a:ea typeface="ＭＳ Ｐゴシック" charset="-128"/>
              <a:cs typeface="+mn-cs"/>
            </a:endParaRPr>
          </a:p>
        </p:txBody>
      </p:sp>
      <p:graphicFrame>
        <p:nvGraphicFramePr>
          <p:cNvPr id="1599" name="Object 575"/>
          <p:cNvGraphicFramePr>
            <a:graphicFrameLocks noChangeAspect="1"/>
          </p:cNvGraphicFramePr>
          <p:nvPr/>
        </p:nvGraphicFramePr>
        <p:xfrm>
          <a:off x="268288" y="165100"/>
          <a:ext cx="19050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944" name="CorelDRAW" r:id="rId16" imgW="182880" imgH="182880" progId="">
                  <p:embed/>
                </p:oleObj>
              </mc:Choice>
              <mc:Fallback>
                <p:oleObj name="CorelDRAW" r:id="rId16" imgW="182880" imgH="182880" progId="">
                  <p:embed/>
                  <p:pic>
                    <p:nvPicPr>
                      <p:cNvPr id="0" name="Picture 57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8288" y="165100"/>
                        <a:ext cx="190500" cy="190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CC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808080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8099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 bg1="lt1" tx1="dk1" bg2="lt2" tx2="dk2" accent1="accent1" accent2="accent2" accent3="accent3" accent4="accent4" accent5="accent5" accent6="accent6" hlink="hlink" folHlink="folHlink"/>
  <p:sldLayoutIdLst>
    <p:sldLayoutId id="2147483774" r:id="rId1"/>
    <p:sldLayoutId id="2147483764" r:id="rId2"/>
    <p:sldLayoutId id="2147483765" r:id="rId3"/>
    <p:sldLayoutId id="2147483766" r:id="rId4"/>
    <p:sldLayoutId id="2147483767" r:id="rId5"/>
    <p:sldLayoutId id="2147483768" r:id="rId6"/>
    <p:sldLayoutId id="2147483769" r:id="rId7"/>
    <p:sldLayoutId id="2147483770" r:id="rId8"/>
    <p:sldLayoutId id="2147483771" r:id="rId9"/>
    <p:sldLayoutId id="2147483772" r:id="rId10"/>
    <p:sldLayoutId id="2147483773" r:id="rId11"/>
  </p:sldLayoutIdLst>
  <p:transition/>
  <p:txStyles>
    <p:titleStyle>
      <a:lvl1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rgbClr val="1F497D"/>
          </a:solidFill>
          <a:latin typeface="+mj-lt"/>
          <a:ea typeface="+mj-ea"/>
          <a:cs typeface="ＭＳ Ｐゴシック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rgbClr val="1F497D"/>
          </a:solidFill>
          <a:latin typeface="Verdana" charset="0"/>
          <a:ea typeface="ＭＳ Ｐゴシック" charset="0"/>
          <a:cs typeface="ＭＳ Ｐゴシック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rgbClr val="1F497D"/>
          </a:solidFill>
          <a:latin typeface="Verdana" charset="0"/>
          <a:ea typeface="ＭＳ Ｐゴシック" charset="0"/>
          <a:cs typeface="ＭＳ Ｐゴシック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rgbClr val="1F497D"/>
          </a:solidFill>
          <a:latin typeface="Verdana" charset="0"/>
          <a:ea typeface="ＭＳ Ｐゴシック" charset="0"/>
          <a:cs typeface="ＭＳ Ｐゴシック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rgbClr val="1F497D"/>
          </a:solidFill>
          <a:latin typeface="Verdana" charset="0"/>
          <a:ea typeface="ＭＳ Ｐゴシック" charset="0"/>
          <a:cs typeface="ＭＳ Ｐゴシック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600" b="1">
          <a:solidFill>
            <a:srgbClr val="1F497D"/>
          </a:solidFill>
          <a:latin typeface="Verdana" charset="0"/>
          <a:ea typeface="ＭＳ Ｐゴシック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600" b="1">
          <a:solidFill>
            <a:srgbClr val="1F497D"/>
          </a:solidFill>
          <a:latin typeface="Verdana" charset="0"/>
          <a:ea typeface="ＭＳ Ｐゴシック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600" b="1">
          <a:solidFill>
            <a:srgbClr val="1F497D"/>
          </a:solidFill>
          <a:latin typeface="Verdana" charset="0"/>
          <a:ea typeface="ＭＳ Ｐゴシック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600" b="1">
          <a:solidFill>
            <a:srgbClr val="1F497D"/>
          </a:solidFill>
          <a:latin typeface="Verdana" charset="0"/>
          <a:ea typeface="ＭＳ Ｐゴシック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1F497D"/>
        </a:buClr>
        <a:buSzPct val="8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808080"/>
        </a:buClr>
        <a:buSzPct val="80000"/>
        <a:buFont typeface="Wingdings" pitchFamily="2" charset="2"/>
        <a:buChar char="l"/>
        <a:defRPr>
          <a:solidFill>
            <a:schemeClr val="tx1"/>
          </a:solidFill>
          <a:latin typeface="+mn-lt"/>
          <a:ea typeface="+mn-ea"/>
          <a:cs typeface="ＭＳ Ｐゴシック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808080"/>
        </a:buClr>
        <a:buSzPct val="70000"/>
        <a:buFont typeface="Wingdings" pitchFamily="2" charset="2"/>
        <a:buChar char="¡"/>
        <a:defRPr sz="1600">
          <a:solidFill>
            <a:schemeClr val="tx1"/>
          </a:solidFill>
          <a:latin typeface="+mn-lt"/>
          <a:ea typeface="+mn-ea"/>
          <a:cs typeface="ＭＳ Ｐゴシック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808080"/>
        </a:buClr>
        <a:buFont typeface="Verdana" pitchFamily="34" charset="0"/>
        <a:buChar char="»"/>
        <a:defRPr sz="1400">
          <a:solidFill>
            <a:schemeClr val="tx1"/>
          </a:solidFill>
          <a:latin typeface="+mn-lt"/>
          <a:ea typeface="+mn-ea"/>
          <a:cs typeface="ＭＳ Ｐゴシック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808080"/>
        </a:buClr>
        <a:buChar char="-"/>
        <a:defRPr sz="1400">
          <a:solidFill>
            <a:schemeClr val="tx1"/>
          </a:solidFill>
          <a:latin typeface="+mn-lt"/>
          <a:ea typeface="+mn-ea"/>
          <a:cs typeface="ＭＳ Ｐゴシック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808080"/>
        </a:buClr>
        <a:buChar char="-"/>
        <a:defRPr sz="14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808080"/>
        </a:buClr>
        <a:buChar char="-"/>
        <a:defRPr sz="14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808080"/>
        </a:buClr>
        <a:buChar char="-"/>
        <a:defRPr sz="14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808080"/>
        </a:buClr>
        <a:buChar char="-"/>
        <a:defRPr sz="1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410" name="Rectangle 2"/>
          <p:cNvSpPr>
            <a:spLocks noChangeArrowheads="1"/>
          </p:cNvSpPr>
          <p:nvPr/>
        </p:nvSpPr>
        <p:spPr bwMode="auto">
          <a:xfrm>
            <a:off x="6777038" y="6435725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r"/>
            <a:fld id="{D4D746FB-66F7-FD43-9785-3DB9CF6101D5}" type="slidenum">
              <a:rPr lang="de-DE" altLang="x-none" sz="1100" smtClean="0">
                <a:solidFill>
                  <a:srgbClr val="1F497D"/>
                </a:solidFill>
                <a:latin typeface="Verdana" charset="0"/>
              </a:rPr>
              <a:pPr algn="r"/>
              <a:t>‹Nr.›</a:t>
            </a:fld>
            <a:r>
              <a:rPr lang="de-DE" altLang="x-none" sz="1100" dirty="0">
                <a:solidFill>
                  <a:srgbClr val="1F497D"/>
                </a:solidFill>
                <a:latin typeface="Verdana" charset="0"/>
              </a:rPr>
              <a:t>/50</a:t>
            </a:r>
          </a:p>
        </p:txBody>
      </p:sp>
      <p:sp>
        <p:nvSpPr>
          <p:cNvPr id="657411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65138" y="249238"/>
            <a:ext cx="8467725" cy="893762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/>
              <a:t>Titelmasterformat bearbeiten</a:t>
            </a:r>
          </a:p>
        </p:txBody>
      </p:sp>
      <p:sp>
        <p:nvSpPr>
          <p:cNvPr id="657412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66725" y="1403350"/>
            <a:ext cx="8466138" cy="4970463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x-none"/>
              <a:t>Textmasterformate durch Klicken bearbeiten</a:t>
            </a:r>
          </a:p>
          <a:p>
            <a:pPr lvl="1"/>
            <a:r>
              <a:rPr lang="de-DE" altLang="x-none"/>
              <a:t>Zweite Ebene</a:t>
            </a:r>
          </a:p>
          <a:p>
            <a:pPr lvl="2"/>
            <a:r>
              <a:rPr lang="de-DE" altLang="x-none"/>
              <a:t>Dritte Ebene</a:t>
            </a:r>
          </a:p>
          <a:p>
            <a:pPr lvl="3"/>
            <a:r>
              <a:rPr lang="de-DE" altLang="x-none"/>
              <a:t>Vierte Ebene</a:t>
            </a:r>
          </a:p>
          <a:p>
            <a:pPr lvl="4"/>
            <a:r>
              <a:rPr lang="de-DE" altLang="x-none"/>
              <a:t>Fünfte Ebene</a:t>
            </a:r>
          </a:p>
        </p:txBody>
      </p:sp>
      <p:sp>
        <p:nvSpPr>
          <p:cNvPr id="657413" name="Line 5"/>
          <p:cNvSpPr>
            <a:spLocks noChangeShapeType="1"/>
          </p:cNvSpPr>
          <p:nvPr/>
        </p:nvSpPr>
        <p:spPr bwMode="auto">
          <a:xfrm flipV="1">
            <a:off x="246063" y="6511925"/>
            <a:ext cx="8674100" cy="3175"/>
          </a:xfrm>
          <a:prstGeom prst="line">
            <a:avLst/>
          </a:prstGeom>
          <a:noFill/>
          <a:ln w="12700">
            <a:solidFill>
              <a:srgbClr val="1F497D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ea typeface="ＭＳ Ｐゴシック" charset="0"/>
              <a:cs typeface="Arial" charset="0"/>
            </a:endParaRPr>
          </a:p>
        </p:txBody>
      </p:sp>
      <p:sp>
        <p:nvSpPr>
          <p:cNvPr id="657414" name="Line 6"/>
          <p:cNvSpPr>
            <a:spLocks noChangeShapeType="1"/>
          </p:cNvSpPr>
          <p:nvPr/>
        </p:nvSpPr>
        <p:spPr bwMode="auto">
          <a:xfrm>
            <a:off x="8689975" y="6375400"/>
            <a:ext cx="0" cy="406400"/>
          </a:xfrm>
          <a:prstGeom prst="line">
            <a:avLst/>
          </a:prstGeom>
          <a:noFill/>
          <a:ln w="12700">
            <a:solidFill>
              <a:srgbClr val="1F497D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ea typeface="ＭＳ Ｐゴシック" charset="0"/>
              <a:cs typeface="Arial" charset="0"/>
            </a:endParaRPr>
          </a:p>
        </p:txBody>
      </p:sp>
      <p:graphicFrame>
        <p:nvGraphicFramePr>
          <p:cNvPr id="1031" name="Object 7"/>
          <p:cNvGraphicFramePr>
            <a:graphicFrameLocks noChangeAspect="1"/>
          </p:cNvGraphicFramePr>
          <p:nvPr/>
        </p:nvGraphicFramePr>
        <p:xfrm>
          <a:off x="8609013" y="6434138"/>
          <a:ext cx="158750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37" name="CorelDRAW" r:id="rId26" imgW="152400" imgH="152400" progId="CorelDraw.Graphic.7">
                  <p:embed/>
                </p:oleObj>
              </mc:Choice>
              <mc:Fallback>
                <p:oleObj name="CorelDRAW" r:id="rId26" imgW="152400" imgH="152400" progId="CorelDraw.Graphic.7">
                  <p:embed/>
                  <p:pic>
                    <p:nvPicPr>
                      <p:cNvPr id="1031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09013" y="6434138"/>
                        <a:ext cx="158750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7417" name="Line 9"/>
          <p:cNvSpPr>
            <a:spLocks noChangeShapeType="1"/>
          </p:cNvSpPr>
          <p:nvPr/>
        </p:nvSpPr>
        <p:spPr bwMode="auto">
          <a:xfrm>
            <a:off x="123825" y="258763"/>
            <a:ext cx="2371725" cy="0"/>
          </a:xfrm>
          <a:prstGeom prst="line">
            <a:avLst/>
          </a:prstGeom>
          <a:noFill/>
          <a:ln w="12700">
            <a:solidFill>
              <a:srgbClr val="1F497D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ea typeface="ＭＳ Ｐゴシック" charset="0"/>
              <a:cs typeface="Arial" charset="0"/>
            </a:endParaRPr>
          </a:p>
        </p:txBody>
      </p:sp>
      <p:sp>
        <p:nvSpPr>
          <p:cNvPr id="657418" name="Line 10"/>
          <p:cNvSpPr>
            <a:spLocks noChangeShapeType="1"/>
          </p:cNvSpPr>
          <p:nvPr/>
        </p:nvSpPr>
        <p:spPr bwMode="auto">
          <a:xfrm>
            <a:off x="365125" y="76200"/>
            <a:ext cx="0" cy="990600"/>
          </a:xfrm>
          <a:prstGeom prst="line">
            <a:avLst/>
          </a:prstGeom>
          <a:noFill/>
          <a:ln w="12700">
            <a:solidFill>
              <a:srgbClr val="1F497D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ea typeface="ＭＳ Ｐゴシック" charset="0"/>
              <a:cs typeface="Arial" charset="0"/>
            </a:endParaRPr>
          </a:p>
        </p:txBody>
      </p:sp>
      <p:graphicFrame>
        <p:nvGraphicFramePr>
          <p:cNvPr id="1034" name="Object 11"/>
          <p:cNvGraphicFramePr>
            <a:graphicFrameLocks noChangeAspect="1"/>
          </p:cNvGraphicFramePr>
          <p:nvPr/>
        </p:nvGraphicFramePr>
        <p:xfrm>
          <a:off x="268288" y="165100"/>
          <a:ext cx="19050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38" name="CorelDRAW" r:id="rId28" imgW="182880" imgH="182880" progId="CorelDraw.Graphic.7">
                  <p:embed/>
                </p:oleObj>
              </mc:Choice>
              <mc:Fallback>
                <p:oleObj name="CorelDRAW" r:id="rId28" imgW="182880" imgH="182880" progId="CorelDraw.Graphic.7">
                  <p:embed/>
                  <p:pic>
                    <p:nvPicPr>
                      <p:cNvPr id="1034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8288" y="165100"/>
                        <a:ext cx="190500" cy="190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chemeClr val="bg2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Group 63"/>
          <p:cNvGraphicFramePr>
            <a:graphicFrameLocks noGrp="1"/>
          </p:cNvGraphicFramePr>
          <p:nvPr/>
        </p:nvGraphicFramePr>
        <p:xfrm>
          <a:off x="574675" y="44450"/>
          <a:ext cx="5944256" cy="196866"/>
        </p:xfrm>
        <a:graphic>
          <a:graphicData uri="http://schemas.openxmlformats.org/drawingml/2006/table">
            <a:tbl>
              <a:tblPr/>
              <a:tblGrid>
                <a:gridCol w="13308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0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29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103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685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1F497D"/>
                        </a:buClr>
                        <a:buSzPct val="8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Verdana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808080"/>
                        </a:buClr>
                        <a:buSzPct val="80000"/>
                        <a:buFont typeface="Wingdings" charset="2"/>
                        <a:defRPr sz="1600">
                          <a:solidFill>
                            <a:schemeClr val="tx1"/>
                          </a:solidFill>
                          <a:latin typeface="Verdana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808080"/>
                        </a:buClr>
                        <a:buSzPct val="70000"/>
                        <a:buFont typeface="Wingdings" charset="2"/>
                        <a:defRPr sz="1400">
                          <a:solidFill>
                            <a:schemeClr val="tx1"/>
                          </a:solidFill>
                          <a:latin typeface="Verdana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808080"/>
                        </a:buClr>
                        <a:buFont typeface="Verdana" charset="0"/>
                        <a:defRPr sz="1200">
                          <a:solidFill>
                            <a:schemeClr val="tx1"/>
                          </a:solidFill>
                          <a:latin typeface="Verdana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rgbClr val="808080"/>
                        </a:buClr>
                        <a:defRPr sz="1200">
                          <a:solidFill>
                            <a:schemeClr val="tx1"/>
                          </a:solidFill>
                          <a:latin typeface="Verdana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defRPr sz="1200">
                          <a:solidFill>
                            <a:schemeClr val="tx1"/>
                          </a:solidFill>
                          <a:latin typeface="Verdana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defRPr sz="1200">
                          <a:solidFill>
                            <a:schemeClr val="tx1"/>
                          </a:solidFill>
                          <a:latin typeface="Verdana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defRPr sz="1200">
                          <a:solidFill>
                            <a:schemeClr val="tx1"/>
                          </a:solidFill>
                          <a:latin typeface="Verdana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defRPr sz="1200">
                          <a:solidFill>
                            <a:schemeClr val="tx1"/>
                          </a:solidFill>
                          <a:latin typeface="Verdana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F497D"/>
                        </a:buClr>
                        <a:buSzPct val="80000"/>
                        <a:buFont typeface="Wingdings" charset="2"/>
                        <a:buNone/>
                        <a:tabLst/>
                      </a:pPr>
                      <a:r>
                        <a:rPr kumimoji="0" lang="de-DE" altLang="x-none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JKU at a </a:t>
                      </a:r>
                      <a:r>
                        <a:rPr kumimoji="0" lang="de-DE" altLang="x-none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Glance</a:t>
                      </a:r>
                      <a:endParaRPr kumimoji="0" lang="de-DE" altLang="x-none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</a:txBody>
                  <a:tcPr marL="89974" marR="89974" marT="0" marB="13986" anchor="ctr" anchorCtr="1" horzOverflow="overflow">
                    <a:lnL>
                      <a:noFill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7BAE5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1F497D"/>
                        </a:buClr>
                        <a:buSzPct val="8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Verdana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808080"/>
                        </a:buClr>
                        <a:buSzPct val="80000"/>
                        <a:buFont typeface="Wingdings" charset="2"/>
                        <a:defRPr sz="1600">
                          <a:solidFill>
                            <a:schemeClr val="tx1"/>
                          </a:solidFill>
                          <a:latin typeface="Verdana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808080"/>
                        </a:buClr>
                        <a:buSzPct val="70000"/>
                        <a:buFont typeface="Wingdings" charset="2"/>
                        <a:defRPr sz="1400">
                          <a:solidFill>
                            <a:schemeClr val="tx1"/>
                          </a:solidFill>
                          <a:latin typeface="Verdana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808080"/>
                        </a:buClr>
                        <a:buFont typeface="Verdana" charset="0"/>
                        <a:defRPr sz="1200">
                          <a:solidFill>
                            <a:schemeClr val="tx1"/>
                          </a:solidFill>
                          <a:latin typeface="Verdana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rgbClr val="808080"/>
                        </a:buClr>
                        <a:defRPr sz="1200">
                          <a:solidFill>
                            <a:schemeClr val="tx1"/>
                          </a:solidFill>
                          <a:latin typeface="Verdana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defRPr sz="1200">
                          <a:solidFill>
                            <a:schemeClr val="tx1"/>
                          </a:solidFill>
                          <a:latin typeface="Verdana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defRPr sz="1200">
                          <a:solidFill>
                            <a:schemeClr val="tx1"/>
                          </a:solidFill>
                          <a:latin typeface="Verdana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defRPr sz="1200">
                          <a:solidFill>
                            <a:schemeClr val="tx1"/>
                          </a:solidFill>
                          <a:latin typeface="Verdana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defRPr sz="1200">
                          <a:solidFill>
                            <a:schemeClr val="tx1"/>
                          </a:solidFill>
                          <a:latin typeface="Verdana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F497D"/>
                        </a:buClr>
                        <a:buSzPct val="80000"/>
                        <a:buFont typeface="Wingdings" charset="2"/>
                        <a:buNone/>
                        <a:tabLst/>
                      </a:pPr>
                      <a:r>
                        <a:rPr kumimoji="0" lang="de-DE" altLang="x-none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Survey on VMS</a:t>
                      </a:r>
                    </a:p>
                  </a:txBody>
                  <a:tcPr marL="89974" marR="89974" marT="0" marB="13986" anchor="ctr" anchorCtr="1" horzOverflow="overflow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7BAE5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1F497D"/>
                        </a:buClr>
                        <a:buSzPct val="8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Verdana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808080"/>
                        </a:buClr>
                        <a:buSzPct val="80000"/>
                        <a:buFont typeface="Wingdings" charset="2"/>
                        <a:defRPr sz="1600">
                          <a:solidFill>
                            <a:schemeClr val="tx1"/>
                          </a:solidFill>
                          <a:latin typeface="Verdana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808080"/>
                        </a:buClr>
                        <a:buSzPct val="70000"/>
                        <a:buFont typeface="Wingdings" charset="2"/>
                        <a:defRPr sz="1400">
                          <a:solidFill>
                            <a:schemeClr val="tx1"/>
                          </a:solidFill>
                          <a:latin typeface="Verdana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808080"/>
                        </a:buClr>
                        <a:buFont typeface="Verdana" charset="0"/>
                        <a:defRPr sz="1200">
                          <a:solidFill>
                            <a:schemeClr val="tx1"/>
                          </a:solidFill>
                          <a:latin typeface="Verdana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rgbClr val="808080"/>
                        </a:buClr>
                        <a:defRPr sz="1200">
                          <a:solidFill>
                            <a:schemeClr val="tx1"/>
                          </a:solidFill>
                          <a:latin typeface="Verdana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defRPr sz="1200">
                          <a:solidFill>
                            <a:schemeClr val="tx1"/>
                          </a:solidFill>
                          <a:latin typeface="Verdana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defRPr sz="1200">
                          <a:solidFill>
                            <a:schemeClr val="tx1"/>
                          </a:solidFill>
                          <a:latin typeface="Verdana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defRPr sz="1200">
                          <a:solidFill>
                            <a:schemeClr val="tx1"/>
                          </a:solidFill>
                          <a:latin typeface="Verdana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defRPr sz="1200">
                          <a:solidFill>
                            <a:schemeClr val="tx1"/>
                          </a:solidFill>
                          <a:latin typeface="Verdana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F497D"/>
                        </a:buClr>
                        <a:buSzPct val="80000"/>
                        <a:buFont typeface="Wingdings" charset="2"/>
                        <a:buNone/>
                        <a:tabLst/>
                      </a:pPr>
                      <a:r>
                        <a:rPr kumimoji="0" lang="de-DE" altLang="x-none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»</a:t>
                      </a:r>
                      <a:r>
                        <a:rPr kumimoji="0" lang="de-DE" altLang="x-none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CrAc</a:t>
                      </a:r>
                      <a:r>
                        <a:rPr kumimoji="0" lang="de-DE" altLang="x-none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« Prototype</a:t>
                      </a:r>
                    </a:p>
                  </a:txBody>
                  <a:tcPr marL="89974" marR="89974" marT="0" marB="13986" anchor="ctr" anchorCtr="1" horzOverflow="overflow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7BAE5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1F497D"/>
                        </a:buClr>
                        <a:buSzPct val="8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Verdana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808080"/>
                        </a:buClr>
                        <a:buSzPct val="80000"/>
                        <a:buFont typeface="Wingdings" charset="2"/>
                        <a:defRPr sz="1600">
                          <a:solidFill>
                            <a:schemeClr val="tx1"/>
                          </a:solidFill>
                          <a:latin typeface="Verdana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808080"/>
                        </a:buClr>
                        <a:buSzPct val="70000"/>
                        <a:buFont typeface="Wingdings" charset="2"/>
                        <a:defRPr sz="1400">
                          <a:solidFill>
                            <a:schemeClr val="tx1"/>
                          </a:solidFill>
                          <a:latin typeface="Verdana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808080"/>
                        </a:buClr>
                        <a:buFont typeface="Verdana" charset="0"/>
                        <a:defRPr sz="1200">
                          <a:solidFill>
                            <a:schemeClr val="tx1"/>
                          </a:solidFill>
                          <a:latin typeface="Verdana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rgbClr val="808080"/>
                        </a:buClr>
                        <a:defRPr sz="1200">
                          <a:solidFill>
                            <a:schemeClr val="tx1"/>
                          </a:solidFill>
                          <a:latin typeface="Verdana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defRPr sz="1200">
                          <a:solidFill>
                            <a:schemeClr val="tx1"/>
                          </a:solidFill>
                          <a:latin typeface="Verdana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defRPr sz="1200">
                          <a:solidFill>
                            <a:schemeClr val="tx1"/>
                          </a:solidFill>
                          <a:latin typeface="Verdana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defRPr sz="1200">
                          <a:solidFill>
                            <a:schemeClr val="tx1"/>
                          </a:solidFill>
                          <a:latin typeface="Verdana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defRPr sz="1200">
                          <a:solidFill>
                            <a:schemeClr val="tx1"/>
                          </a:solidFill>
                          <a:latin typeface="Verdana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F497D"/>
                        </a:buClr>
                        <a:buSzPct val="80000"/>
                        <a:buFont typeface="Wingdings" charset="2"/>
                        <a:buNone/>
                        <a:tabLst/>
                      </a:pPr>
                      <a:r>
                        <a:rPr kumimoji="0" lang="de-DE" altLang="x-none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Outlook</a:t>
                      </a:r>
                      <a:r>
                        <a:rPr kumimoji="0" lang="de-AT" altLang="x-none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 </a:t>
                      </a:r>
                      <a:r>
                        <a:rPr kumimoji="0" lang="de-DE" altLang="x-none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»</a:t>
                      </a:r>
                      <a:r>
                        <a:rPr kumimoji="0" lang="de-DE" altLang="x-none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i</a:t>
                      </a:r>
                      <a:r>
                        <a:rPr kumimoji="0" lang="de-DE" altLang="x-none" sz="1200" b="1" i="0" u="none" strike="noStrike" cap="small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Volunteer</a:t>
                      </a:r>
                      <a:r>
                        <a:rPr kumimoji="0" lang="de-DE" altLang="x-none" sz="1200" b="1" i="0" u="none" strike="noStrike" cap="small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»</a:t>
                      </a:r>
                      <a:endParaRPr kumimoji="0" lang="de-DE" altLang="x-none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</a:txBody>
                  <a:tcPr marL="89974" marR="89974" marT="0" marB="13986" anchor="ctr" anchorCtr="1" horzOverflow="overflow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7BA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4" name="Picture 5"/>
          <p:cNvPicPr>
            <a:picLocks noChangeAspect="1" noChangeArrowheads="1"/>
          </p:cNvPicPr>
          <p:nvPr userDrawn="1"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6566296"/>
            <a:ext cx="239712" cy="239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31">
            <a:clrChange>
              <a:clrFrom>
                <a:srgbClr val="FFFFFE"/>
              </a:clrFrom>
              <a:clrTo>
                <a:srgbClr val="FFFFFE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46063" y="6547731"/>
            <a:ext cx="560691" cy="304316"/>
          </a:xfrm>
          <a:prstGeom prst="rect">
            <a:avLst/>
          </a:prstGeom>
        </p:spPr>
      </p:pic>
      <p:pic>
        <p:nvPicPr>
          <p:cNvPr id="17" name="Grafik 10"/>
          <p:cNvPicPr/>
          <p:nvPr userDrawn="1"/>
        </p:nvPicPr>
        <p:blipFill>
          <a:blip r:embed="rId3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6547554"/>
            <a:ext cx="543209" cy="33783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668646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8" r:id="rId1"/>
    <p:sldLayoutId id="2147483779" r:id="rId2"/>
    <p:sldLayoutId id="2147483780" r:id="rId3"/>
    <p:sldLayoutId id="2147483781" r:id="rId4"/>
    <p:sldLayoutId id="2147483782" r:id="rId5"/>
    <p:sldLayoutId id="2147483783" r:id="rId6"/>
    <p:sldLayoutId id="2147483784" r:id="rId7"/>
    <p:sldLayoutId id="2147483785" r:id="rId8"/>
    <p:sldLayoutId id="2147483786" r:id="rId9"/>
    <p:sldLayoutId id="2147483787" r:id="rId10"/>
    <p:sldLayoutId id="2147483788" r:id="rId11"/>
    <p:sldLayoutId id="2147483789" r:id="rId12"/>
    <p:sldLayoutId id="2147483790" r:id="rId13"/>
    <p:sldLayoutId id="2147483791" r:id="rId14"/>
    <p:sldLayoutId id="2147483792" r:id="rId15"/>
    <p:sldLayoutId id="2147483793" r:id="rId16"/>
    <p:sldLayoutId id="2147483794" r:id="rId17"/>
    <p:sldLayoutId id="2147483795" r:id="rId18"/>
    <p:sldLayoutId id="2147483796" r:id="rId19"/>
    <p:sldLayoutId id="2147483797" r:id="rId20"/>
    <p:sldLayoutId id="2147483798" r:id="rId21"/>
    <p:sldLayoutId id="2147483799" r:id="rId22"/>
    <p:sldLayoutId id="2147483800" r:id="rId23"/>
  </p:sldLayoutIdLst>
  <p:transition/>
  <p:txStyles>
    <p:titleStyle>
      <a:lvl1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rgbClr val="1F497D"/>
          </a:solidFill>
          <a:latin typeface="+mj-lt"/>
          <a:ea typeface="+mj-ea"/>
          <a:cs typeface="ＭＳ Ｐゴシック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rgbClr val="1F497D"/>
          </a:solidFill>
          <a:latin typeface="Verdana" charset="0"/>
          <a:ea typeface="ＭＳ Ｐゴシック" charset="0"/>
          <a:cs typeface="ＭＳ Ｐゴシック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rgbClr val="1F497D"/>
          </a:solidFill>
          <a:latin typeface="Verdana" charset="0"/>
          <a:ea typeface="ＭＳ Ｐゴシック" charset="0"/>
          <a:cs typeface="ＭＳ Ｐゴシック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rgbClr val="1F497D"/>
          </a:solidFill>
          <a:latin typeface="Verdana" charset="0"/>
          <a:ea typeface="ＭＳ Ｐゴシック" charset="0"/>
          <a:cs typeface="ＭＳ Ｐゴシック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rgbClr val="1F497D"/>
          </a:solidFill>
          <a:latin typeface="Verdana" charset="0"/>
          <a:ea typeface="ＭＳ Ｐゴシック" charset="0"/>
          <a:cs typeface="ＭＳ Ｐゴシック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600" b="1">
          <a:solidFill>
            <a:srgbClr val="1F497D"/>
          </a:solidFill>
          <a:latin typeface="Verdana" charset="0"/>
          <a:ea typeface="ＭＳ Ｐゴシック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600" b="1">
          <a:solidFill>
            <a:srgbClr val="1F497D"/>
          </a:solidFill>
          <a:latin typeface="Verdana" charset="0"/>
          <a:ea typeface="ＭＳ Ｐゴシック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600" b="1">
          <a:solidFill>
            <a:srgbClr val="1F497D"/>
          </a:solidFill>
          <a:latin typeface="Verdana" charset="0"/>
          <a:ea typeface="ＭＳ Ｐゴシック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600" b="1">
          <a:solidFill>
            <a:srgbClr val="1F497D"/>
          </a:solidFill>
          <a:latin typeface="Verdana" charset="0"/>
          <a:ea typeface="ＭＳ Ｐゴシック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1F497D"/>
        </a:buClr>
        <a:buSzPct val="80000"/>
        <a:buFont typeface="Wingdings" charset="2"/>
        <a:buChar char="n"/>
        <a:defRPr sz="2000">
          <a:solidFill>
            <a:schemeClr val="tx1"/>
          </a:solidFill>
          <a:latin typeface="+mn-lt"/>
          <a:ea typeface="+mn-ea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808080"/>
        </a:buClr>
        <a:buSzPct val="80000"/>
        <a:buFont typeface="Wingdings" charset="2"/>
        <a:buChar char="l"/>
        <a:defRPr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808080"/>
        </a:buClr>
        <a:buSzPct val="70000"/>
        <a:buFont typeface="Wingdings" charset="2"/>
        <a:buChar char="¡"/>
        <a:defRPr sz="16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808080"/>
        </a:buClr>
        <a:buFont typeface="Verdana" charset="0"/>
        <a:buChar char="»"/>
        <a:defRPr sz="14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808080"/>
        </a:buClr>
        <a:buChar char="-"/>
        <a:defRPr sz="14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808080"/>
        </a:buClr>
        <a:buChar char="-"/>
        <a:defRPr sz="14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808080"/>
        </a:buClr>
        <a:buChar char="-"/>
        <a:defRPr sz="14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808080"/>
        </a:buClr>
        <a:buChar char="-"/>
        <a:defRPr sz="14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808080"/>
        </a:buClr>
        <a:buChar char="-"/>
        <a:defRPr sz="1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tif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teaching.faw.jku.at/Theses/Student%20Topics%20-%20FAW.pdf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hyperlink" Target="https://www.jku.at/en/institute-for-application-oriented-knowledge-processing/teaching/bachelor-masters-theses/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treffpunkt-ehrenamt.at/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/>
          <p:cNvSpPr>
            <a:spLocks noChangeArrowheads="1"/>
          </p:cNvSpPr>
          <p:nvPr/>
        </p:nvSpPr>
        <p:spPr bwMode="auto">
          <a:xfrm>
            <a:off x="134938" y="173038"/>
            <a:ext cx="8842375" cy="653573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" name="Rectangle 3">
            <a:extLst>
              <a:ext uri="{FF2B5EF4-FFF2-40B4-BE49-F238E27FC236}">
                <a16:creationId xmlns:a16="http://schemas.microsoft.com/office/drawing/2014/main" id="{1B59888D-F815-5844-9D59-B3117E2DB0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687" y="1104966"/>
            <a:ext cx="8646441" cy="36016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92075" tIns="46038" rIns="92075" bIns="46038">
            <a:spAutoFit/>
          </a:bodyPr>
          <a:lstStyle>
            <a:lvl1pPr defTabSz="762000">
              <a:defRPr sz="16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742950" indent="-285750" defTabSz="762000">
              <a:defRPr sz="16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 marL="1143000" indent="-228600" defTabSz="762000">
              <a:defRPr sz="16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 marL="1600200" indent="-228600" defTabSz="762000">
              <a:defRPr sz="16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 marL="2057400" indent="-228600" defTabSz="762000">
              <a:defRPr sz="16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pPr algn="r" eaLnBrk="0" hangingPunct="0">
              <a:defRPr/>
            </a:pPr>
            <a:r>
              <a:rPr lang="en-US" sz="2400" b="1" dirty="0" err="1">
                <a:solidFill>
                  <a:srgbClr val="0070C0"/>
                </a:solidFill>
              </a:rPr>
              <a:t>Projektpraktikum</a:t>
            </a:r>
            <a:r>
              <a:rPr lang="en-US" sz="2400" dirty="0"/>
              <a:t> (BAKK thesis)</a:t>
            </a:r>
          </a:p>
          <a:p>
            <a:pPr algn="r" eaLnBrk="0" hangingPunct="0">
              <a:defRPr/>
            </a:pPr>
            <a:r>
              <a:rPr lang="en-US" sz="2400" b="1" dirty="0">
                <a:solidFill>
                  <a:srgbClr val="0070C0"/>
                </a:solidFill>
              </a:rPr>
              <a:t>Project in IIS, Project in DS</a:t>
            </a:r>
          </a:p>
          <a:p>
            <a:pPr algn="r" eaLnBrk="0" hangingPunct="0">
              <a:defRPr/>
            </a:pPr>
            <a:r>
              <a:rPr lang="en-US" sz="2400" dirty="0"/>
              <a:t>2025s</a:t>
            </a:r>
          </a:p>
          <a:p>
            <a:pPr algn="r" eaLnBrk="0" hangingPunct="0">
              <a:defRPr/>
            </a:pPr>
            <a:r>
              <a:rPr lang="en-US" sz="2400" b="1" dirty="0">
                <a:solidFill>
                  <a:srgbClr val="0070C0"/>
                </a:solidFill>
              </a:rPr>
              <a:t>Method and Topics</a:t>
            </a:r>
          </a:p>
          <a:p>
            <a:pPr algn="r" eaLnBrk="0" hangingPunct="0">
              <a:defRPr/>
            </a:pPr>
            <a:r>
              <a:rPr lang="en-US" sz="3200" dirty="0"/>
              <a:t>				</a:t>
            </a:r>
            <a:endParaRPr lang="en-US" altLang="x-none" sz="2000" dirty="0">
              <a:solidFill>
                <a:srgbClr val="1F497D"/>
              </a:solidFill>
              <a:latin typeface="+mj-lt"/>
              <a:cs typeface="Arial Narrow" panose="020B0604020202020204" pitchFamily="34" charset="0"/>
            </a:endParaRPr>
          </a:p>
          <a:p>
            <a:pPr algn="r" eaLnBrk="0" hangingPunct="0">
              <a:defRPr/>
            </a:pPr>
            <a:endParaRPr lang="en-US" altLang="x-none" sz="2000" dirty="0">
              <a:solidFill>
                <a:srgbClr val="1F497D"/>
              </a:solidFill>
              <a:latin typeface="+mj-lt"/>
              <a:cs typeface="Arial Narrow" panose="020B0604020202020204" pitchFamily="34" charset="0"/>
            </a:endParaRPr>
          </a:p>
          <a:p>
            <a:pPr algn="r" eaLnBrk="0" hangingPunct="0">
              <a:defRPr/>
            </a:pPr>
            <a:r>
              <a:rPr lang="en-US" altLang="x-none" sz="2000" dirty="0">
                <a:latin typeface="+mj-lt"/>
                <a:cs typeface="Arial Narrow" panose="020B0604020202020204" pitchFamily="34" charset="0"/>
              </a:rPr>
              <a:t>Author: Birgit </a:t>
            </a:r>
            <a:r>
              <a:rPr lang="en-US" altLang="x-none" sz="2000" dirty="0" err="1">
                <a:latin typeface="+mj-lt"/>
                <a:cs typeface="Arial Narrow" panose="020B0604020202020204" pitchFamily="34" charset="0"/>
              </a:rPr>
              <a:t>Pröll</a:t>
            </a:r>
            <a:endParaRPr lang="en-US" altLang="x-none" sz="2000" dirty="0">
              <a:latin typeface="+mj-lt"/>
              <a:cs typeface="Arial Narrow" panose="020B0604020202020204" pitchFamily="34" charset="0"/>
            </a:endParaRPr>
          </a:p>
          <a:p>
            <a:pPr algn="r" eaLnBrk="0" hangingPunct="0">
              <a:defRPr/>
            </a:pPr>
            <a:r>
              <a:rPr lang="en-US" altLang="x-none" sz="2000" dirty="0">
                <a:latin typeface="+mj-lt"/>
                <a:cs typeface="Arial Narrow" panose="020B0604020202020204" pitchFamily="34" charset="0"/>
              </a:rPr>
              <a:t>Date: 24</a:t>
            </a:r>
            <a:r>
              <a:rPr lang="de-DE" altLang="x-none" sz="2000" dirty="0">
                <a:cs typeface="Arial Narrow" panose="020B0604020202020204" pitchFamily="34" charset="0"/>
              </a:rPr>
              <a:t>.4.</a:t>
            </a:r>
            <a:r>
              <a:rPr lang="en-US" altLang="x-none" sz="2000" dirty="0">
                <a:latin typeface="+mj-lt"/>
                <a:cs typeface="Arial Narrow" panose="020B0604020202020204" pitchFamily="34" charset="0"/>
              </a:rPr>
              <a:t>2025</a:t>
            </a:r>
          </a:p>
          <a:p>
            <a:pPr algn="r" eaLnBrk="0" hangingPunct="0">
              <a:defRPr/>
            </a:pPr>
            <a:endParaRPr lang="en-US" altLang="x-none" sz="2000" dirty="0">
              <a:latin typeface="+mj-lt"/>
              <a:cs typeface="Arial Narrow" panose="020B0604020202020204" pitchFamily="34" charset="0"/>
            </a:endParaRPr>
          </a:p>
          <a:p>
            <a:pPr algn="r" eaLnBrk="0" hangingPunct="0">
              <a:defRPr/>
            </a:pPr>
            <a:endParaRPr lang="en-US" altLang="x-none" sz="2000" dirty="0">
              <a:latin typeface="+mj-lt"/>
              <a:cs typeface="Arial Narrow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E7F011B-1D01-5F43-9C06-29F57D034DA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0468" t="13897"/>
          <a:stretch/>
        </p:blipFill>
        <p:spPr>
          <a:xfrm>
            <a:off x="7811945" y="391070"/>
            <a:ext cx="1107872" cy="631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10628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nhaltsplatzhalter 4">
            <a:extLst>
              <a:ext uri="{FF2B5EF4-FFF2-40B4-BE49-F238E27FC236}">
                <a16:creationId xmlns:a16="http://schemas.microsoft.com/office/drawing/2014/main" id="{8321B630-E5CD-462B-AD0D-0DD1D25D62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537" y="1258098"/>
            <a:ext cx="8654346" cy="5805986"/>
          </a:xfrm>
        </p:spPr>
        <p:txBody>
          <a:bodyPr/>
          <a:lstStyle/>
          <a:p>
            <a:r>
              <a:rPr lang="de-DE" sz="1800" b="1" dirty="0"/>
              <a:t>Organisational </a:t>
            </a:r>
            <a:r>
              <a:rPr lang="de-DE" sz="1800" b="1" dirty="0" err="1"/>
              <a:t>Issues</a:t>
            </a:r>
            <a:endParaRPr lang="de-DE" sz="1800" b="1" dirty="0"/>
          </a:p>
          <a:p>
            <a:r>
              <a:rPr lang="de-DE" sz="1800" b="1" dirty="0"/>
              <a:t>Method / </a:t>
            </a:r>
            <a:r>
              <a:rPr lang="de-DE" sz="1800" b="1" dirty="0" err="1"/>
              <a:t>Process</a:t>
            </a:r>
            <a:r>
              <a:rPr lang="de-DE" sz="1800" b="1" dirty="0"/>
              <a:t> </a:t>
            </a:r>
            <a:r>
              <a:rPr lang="de-DE" sz="1800" b="1" dirty="0" err="1"/>
              <a:t>of</a:t>
            </a:r>
            <a:r>
              <a:rPr lang="de-DE" sz="1800" b="1" dirty="0"/>
              <a:t> Projektpraktikum, Project in IIS/DS</a:t>
            </a:r>
          </a:p>
          <a:p>
            <a:r>
              <a:rPr lang="de-DE" sz="1800" b="1" dirty="0"/>
              <a:t>Topic </a:t>
            </a:r>
            <a:r>
              <a:rPr lang="de-DE" sz="1800" b="1" dirty="0" err="1"/>
              <a:t>Assignment</a:t>
            </a:r>
            <a:endParaRPr lang="de-DE" sz="1800" b="1" dirty="0"/>
          </a:p>
          <a:p>
            <a:r>
              <a:rPr lang="de-DE" sz="1800" b="1" dirty="0"/>
              <a:t>Individual </a:t>
            </a:r>
            <a:r>
              <a:rPr lang="de-DE" sz="1800" b="1" dirty="0" err="1"/>
              <a:t>meetings</a:t>
            </a:r>
            <a:r>
              <a:rPr lang="de-DE" sz="1800" dirty="0"/>
              <a:t>: </a:t>
            </a:r>
            <a:r>
              <a:rPr lang="de-DE" sz="1800" dirty="0" err="1"/>
              <a:t>topic</a:t>
            </a:r>
            <a:r>
              <a:rPr lang="de-DE" sz="1800" dirty="0"/>
              <a:t> </a:t>
            </a:r>
            <a:r>
              <a:rPr lang="de-DE" sz="1800" dirty="0" err="1"/>
              <a:t>details</a:t>
            </a:r>
            <a:r>
              <a:rPr lang="de-DE" sz="1800" dirty="0"/>
              <a:t> - </a:t>
            </a:r>
            <a:r>
              <a:rPr lang="de-DE" sz="1800" dirty="0" err="1"/>
              <a:t>starting</a:t>
            </a:r>
            <a:r>
              <a:rPr lang="de-DE" sz="1800" dirty="0"/>
              <a:t> </a:t>
            </a:r>
            <a:r>
              <a:rPr lang="de-DE" sz="1800" dirty="0" err="1"/>
              <a:t>next</a:t>
            </a:r>
            <a:r>
              <a:rPr lang="de-DE" sz="1800" dirty="0"/>
              <a:t> </a:t>
            </a:r>
            <a:r>
              <a:rPr lang="de-DE" sz="1800" dirty="0" err="1"/>
              <a:t>week</a:t>
            </a:r>
            <a:r>
              <a:rPr lang="de-DE" sz="1800" dirty="0"/>
              <a:t> &amp; April</a:t>
            </a:r>
          </a:p>
          <a:p>
            <a:endParaRPr lang="de-DE" sz="1800" dirty="0"/>
          </a:p>
          <a:p>
            <a:r>
              <a:rPr lang="de-DE" sz="1600" b="1" dirty="0"/>
              <a:t>More </a:t>
            </a:r>
            <a:r>
              <a:rPr lang="de-DE" sz="1600" b="1" dirty="0" err="1"/>
              <a:t>Lecturers</a:t>
            </a:r>
            <a:r>
              <a:rPr lang="de-DE" sz="1600" b="1" dirty="0"/>
              <a:t> </a:t>
            </a:r>
            <a:r>
              <a:rPr lang="de-DE" sz="1600" dirty="0"/>
              <a:t>=&gt; mail/</a:t>
            </a:r>
            <a:r>
              <a:rPr lang="de-DE" sz="1600" dirty="0" err="1"/>
              <a:t>meet</a:t>
            </a:r>
            <a:r>
              <a:rPr lang="de-DE" sz="1600" dirty="0"/>
              <a:t> </a:t>
            </a:r>
            <a:r>
              <a:rPr lang="de-DE" sz="1600" dirty="0" err="1"/>
              <a:t>them</a:t>
            </a:r>
            <a:r>
              <a:rPr lang="de-DE" sz="1600" dirty="0"/>
              <a:t> </a:t>
            </a:r>
            <a:r>
              <a:rPr lang="de-DE" sz="1600" dirty="0" err="1"/>
              <a:t>individually</a:t>
            </a:r>
            <a:endParaRPr lang="de-DE" sz="1600" b="1" dirty="0"/>
          </a:p>
          <a:p>
            <a:pPr lvl="1"/>
            <a:r>
              <a:rPr lang="de-DE" sz="1400" dirty="0"/>
              <a:t>Prof. </a:t>
            </a:r>
            <a:r>
              <a:rPr lang="de-DE" sz="1400" dirty="0" err="1"/>
              <a:t>Fürnkranz</a:t>
            </a:r>
            <a:r>
              <a:rPr lang="de-DE" sz="1400" dirty="0"/>
              <a:t> Topics</a:t>
            </a:r>
            <a:r>
              <a:rPr lang="de-DE" sz="1200" dirty="0"/>
              <a:t> </a:t>
            </a:r>
            <a:r>
              <a:rPr lang="de-DE" sz="1200" dirty="0">
                <a:solidFill>
                  <a:srgbClr val="0070C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https://teaching.faw.jku.at/Theses/Student%20Topics%20-%20FAW.pdf</a:t>
            </a:r>
            <a:r>
              <a:rPr lang="de-DE" sz="1200" dirty="0">
                <a:solidFill>
                  <a:srgbClr val="0070C0"/>
                </a:solidFill>
              </a:rPr>
              <a:t> </a:t>
            </a:r>
          </a:p>
          <a:p>
            <a:pPr lvl="1"/>
            <a:r>
              <a:rPr lang="de-DE" sz="1400" dirty="0"/>
              <a:t>Prof. Küng, Prof. </a:t>
            </a:r>
            <a:r>
              <a:rPr lang="de-DE" sz="1400" dirty="0" err="1"/>
              <a:t>Wöß</a:t>
            </a:r>
            <a:r>
              <a:rPr lang="de-DE" sz="1400" dirty="0"/>
              <a:t> Topics: </a:t>
            </a:r>
            <a:r>
              <a:rPr lang="de-AT" sz="1400" dirty="0">
                <a:hlinkClick r:id="rId4"/>
              </a:rPr>
              <a:t>https://www.jku.at/en/institute-for-application-oriented-knowledge-processing/teaching/bachelor-masters-theses/ </a:t>
            </a:r>
            <a:endParaRPr lang="de-AT" sz="1400" dirty="0"/>
          </a:p>
          <a:p>
            <a:endParaRPr lang="de-DE" sz="1600" b="1" dirty="0"/>
          </a:p>
          <a:p>
            <a:r>
              <a:rPr lang="de-DE" sz="1600" b="1" dirty="0" err="1"/>
              <a:t>Requirements</a:t>
            </a:r>
            <a:r>
              <a:rPr lang="de-DE" sz="1600" b="1" dirty="0"/>
              <a:t> </a:t>
            </a:r>
            <a:r>
              <a:rPr lang="de-DE" sz="1600" b="1" dirty="0" err="1"/>
              <a:t>for</a:t>
            </a:r>
            <a:r>
              <a:rPr lang="de-DE" sz="1600" b="1" dirty="0"/>
              <a:t> </a:t>
            </a:r>
            <a:r>
              <a:rPr lang="de-DE" sz="1600" b="1" dirty="0" err="1"/>
              <a:t>course</a:t>
            </a:r>
            <a:r>
              <a:rPr lang="de-DE" sz="1600" b="1" dirty="0"/>
              <a:t> </a:t>
            </a:r>
            <a:r>
              <a:rPr lang="de-DE" sz="1600" b="1" dirty="0" err="1"/>
              <a:t>participation</a:t>
            </a:r>
            <a:endParaRPr lang="de-DE" sz="1600" dirty="0"/>
          </a:p>
          <a:p>
            <a:pPr lvl="1"/>
            <a:r>
              <a:rPr lang="de-DE" sz="1400" dirty="0"/>
              <a:t>KUSSS </a:t>
            </a:r>
            <a:r>
              <a:rPr lang="de-DE" sz="1400" dirty="0" err="1"/>
              <a:t>registration</a:t>
            </a:r>
            <a:endParaRPr lang="de-DE" sz="1400" dirty="0"/>
          </a:p>
          <a:p>
            <a:pPr lvl="1"/>
            <a:r>
              <a:rPr lang="de-DE" sz="1400" dirty="0" err="1"/>
              <a:t>Decision</a:t>
            </a:r>
            <a:r>
              <a:rPr lang="de-DE" sz="1400" dirty="0"/>
              <a:t> </a:t>
            </a:r>
            <a:r>
              <a:rPr lang="de-DE" sz="1400" dirty="0" err="1"/>
              <a:t>for</a:t>
            </a:r>
            <a:r>
              <a:rPr lang="de-DE" sz="1400" dirty="0"/>
              <a:t> </a:t>
            </a:r>
            <a:r>
              <a:rPr lang="de-DE" sz="1400" dirty="0" err="1"/>
              <a:t>topic</a:t>
            </a:r>
            <a:r>
              <a:rPr lang="de-DE" sz="1400" dirty="0"/>
              <a:t> </a:t>
            </a:r>
            <a:r>
              <a:rPr lang="de-DE" sz="1400" dirty="0" err="1"/>
              <a:t>today</a:t>
            </a:r>
            <a:r>
              <a:rPr lang="de-DE" sz="1400" dirty="0"/>
              <a:t> </a:t>
            </a:r>
            <a:r>
              <a:rPr lang="de-DE" sz="1400" dirty="0" err="1"/>
              <a:t>or</a:t>
            </a:r>
            <a:r>
              <a:rPr lang="de-DE" sz="1400" dirty="0"/>
              <a:t> </a:t>
            </a:r>
            <a:r>
              <a:rPr lang="de-DE" sz="1400" dirty="0" err="1"/>
              <a:t>until</a:t>
            </a:r>
            <a:r>
              <a:rPr lang="de-DE" sz="1400" dirty="0"/>
              <a:t> </a:t>
            </a:r>
            <a:r>
              <a:rPr lang="de-DE" sz="1400" dirty="0" err="1"/>
              <a:t>next</a:t>
            </a:r>
            <a:r>
              <a:rPr lang="de-DE" sz="1400" dirty="0"/>
              <a:t> Monday at </a:t>
            </a:r>
            <a:r>
              <a:rPr lang="de-DE" sz="1400" dirty="0" err="1"/>
              <a:t>the</a:t>
            </a:r>
            <a:r>
              <a:rPr lang="de-DE" sz="1400" dirty="0"/>
              <a:t> </a:t>
            </a:r>
            <a:r>
              <a:rPr lang="de-DE" sz="1400" dirty="0" err="1"/>
              <a:t>latest</a:t>
            </a:r>
            <a:endParaRPr lang="de-DE" sz="1400" dirty="0"/>
          </a:p>
          <a:p>
            <a:endParaRPr lang="de-DE" sz="1800" dirty="0"/>
          </a:p>
        </p:txBody>
      </p:sp>
      <p:grpSp>
        <p:nvGrpSpPr>
          <p:cNvPr id="5" name="Group 7">
            <a:extLst>
              <a:ext uri="{FF2B5EF4-FFF2-40B4-BE49-F238E27FC236}">
                <a16:creationId xmlns:a16="http://schemas.microsoft.com/office/drawing/2014/main" id="{B884E532-C461-4C40-991B-BC7AE221F12A}"/>
              </a:ext>
            </a:extLst>
          </p:cNvPr>
          <p:cNvGrpSpPr/>
          <p:nvPr/>
        </p:nvGrpSpPr>
        <p:grpSpPr>
          <a:xfrm>
            <a:off x="8038085" y="694907"/>
            <a:ext cx="938767" cy="357107"/>
            <a:chOff x="0" y="0"/>
            <a:chExt cx="1057825" cy="437830"/>
          </a:xfrm>
        </p:grpSpPr>
        <p:pic>
          <p:nvPicPr>
            <p:cNvPr id="6" name="Picture 34" descr="Picture 34">
              <a:extLst>
                <a:ext uri="{FF2B5EF4-FFF2-40B4-BE49-F238E27FC236}">
                  <a16:creationId xmlns:a16="http://schemas.microsoft.com/office/drawing/2014/main" id="{4472805C-DE09-4BCD-A0A0-BC7FADB66F2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r="24568" b="32322"/>
            <a:stretch>
              <a:fillRect/>
            </a:stretch>
          </p:blipFill>
          <p:spPr>
            <a:xfrm>
              <a:off x="0" y="0"/>
              <a:ext cx="1008691" cy="43783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7" name="Rectangle 35">
              <a:extLst>
                <a:ext uri="{FF2B5EF4-FFF2-40B4-BE49-F238E27FC236}">
                  <a16:creationId xmlns:a16="http://schemas.microsoft.com/office/drawing/2014/main" id="{9607764B-93F5-4642-8207-81DC6F2173B7}"/>
                </a:ext>
              </a:extLst>
            </p:cNvPr>
            <p:cNvSpPr/>
            <p:nvPr/>
          </p:nvSpPr>
          <p:spPr>
            <a:xfrm>
              <a:off x="892874" y="241457"/>
              <a:ext cx="164952" cy="117667"/>
            </a:xfrm>
            <a:prstGeom prst="rect">
              <a:avLst/>
            </a:prstGeom>
            <a:solidFill>
              <a:schemeClr val="accent3">
                <a:lumOff val="44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</p:grpSp>
      <p:pic>
        <p:nvPicPr>
          <p:cNvPr id="8" name="Picture 6" descr="Picture 6">
            <a:extLst>
              <a:ext uri="{FF2B5EF4-FFF2-40B4-BE49-F238E27FC236}">
                <a16:creationId xmlns:a16="http://schemas.microsoft.com/office/drawing/2014/main" id="{11C9A0D6-3304-4EC6-94B7-5D65C1A8AFF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0468" t="13897"/>
          <a:stretch>
            <a:fillRect/>
          </a:stretch>
        </p:blipFill>
        <p:spPr>
          <a:xfrm>
            <a:off x="8038085" y="144829"/>
            <a:ext cx="1107874" cy="631919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9FDD8DA2-7940-4F6A-A231-3966013557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138" y="249238"/>
            <a:ext cx="8607144" cy="893762"/>
          </a:xfrm>
        </p:spPr>
        <p:txBody>
          <a:bodyPr/>
          <a:lstStyle/>
          <a:p>
            <a:r>
              <a:rPr lang="de-DE" sz="2000" dirty="0" err="1"/>
              <a:t>Aim</a:t>
            </a:r>
            <a:r>
              <a:rPr lang="de-DE" sz="2000" dirty="0"/>
              <a:t> </a:t>
            </a:r>
            <a:r>
              <a:rPr lang="de-DE" sz="2000" dirty="0" err="1"/>
              <a:t>of</a:t>
            </a:r>
            <a:r>
              <a:rPr lang="de-DE" sz="2000" dirty="0"/>
              <a:t> </a:t>
            </a:r>
            <a:r>
              <a:rPr lang="de-DE" sz="2000" dirty="0" err="1"/>
              <a:t>Preliminary</a:t>
            </a:r>
            <a:r>
              <a:rPr lang="de-DE" sz="2000" dirty="0"/>
              <a:t> Meeting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3685858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nhaltsplatzhalter 4">
            <a:extLst>
              <a:ext uri="{FF2B5EF4-FFF2-40B4-BE49-F238E27FC236}">
                <a16:creationId xmlns:a16="http://schemas.microsoft.com/office/drawing/2014/main" id="{8321B630-E5CD-462B-AD0D-0DD1D25D62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537" y="1258098"/>
            <a:ext cx="8654346" cy="5805986"/>
          </a:xfrm>
        </p:spPr>
        <p:txBody>
          <a:bodyPr/>
          <a:lstStyle/>
          <a:p>
            <a:r>
              <a:rPr lang="de-DE" sz="1800" b="1" dirty="0"/>
              <a:t>Search / </a:t>
            </a:r>
            <a:r>
              <a:rPr lang="de-DE" sz="1800" b="1" dirty="0" err="1"/>
              <a:t>Filtering</a:t>
            </a:r>
            <a:r>
              <a:rPr lang="de-DE" sz="1800" b="1" dirty="0"/>
              <a:t> / </a:t>
            </a:r>
            <a:r>
              <a:rPr lang="de-DE" sz="1800" b="1" dirty="0" err="1"/>
              <a:t>Recommendation</a:t>
            </a:r>
            <a:endParaRPr lang="de-DE" sz="1800" b="1" dirty="0"/>
          </a:p>
          <a:p>
            <a:pPr lvl="1"/>
            <a:r>
              <a:rPr lang="de-DE" sz="1600" dirty="0"/>
              <a:t>Information Retrieval, Web Search</a:t>
            </a:r>
            <a:endParaRPr lang="de-DE" sz="1400" dirty="0"/>
          </a:p>
          <a:p>
            <a:r>
              <a:rPr lang="de-DE" sz="1800" b="1" dirty="0"/>
              <a:t>Information </a:t>
            </a:r>
            <a:r>
              <a:rPr lang="de-DE" sz="1800" b="1" dirty="0" err="1"/>
              <a:t>Extraction</a:t>
            </a:r>
            <a:r>
              <a:rPr lang="de-DE" sz="1800" b="1" dirty="0"/>
              <a:t> =&gt; Natural Language Processing (NLP) </a:t>
            </a:r>
          </a:p>
          <a:p>
            <a:pPr lvl="1"/>
            <a:r>
              <a:rPr lang="de-DE" sz="1600" dirty="0"/>
              <a:t>Focus on </a:t>
            </a:r>
            <a:r>
              <a:rPr lang="de-DE" sz="1600" dirty="0" err="1"/>
              <a:t>text</a:t>
            </a:r>
            <a:endParaRPr lang="de-DE" sz="1600" dirty="0"/>
          </a:p>
          <a:p>
            <a:pPr lvl="1"/>
            <a:r>
              <a:rPr lang="de-DE" sz="1600" dirty="0"/>
              <a:t>Natural Language Understanding (NLU)</a:t>
            </a:r>
          </a:p>
          <a:p>
            <a:pPr lvl="1"/>
            <a:r>
              <a:rPr lang="de-DE" sz="1600" dirty="0"/>
              <a:t>Text/Opinion/Sentiment Mining</a:t>
            </a:r>
          </a:p>
          <a:p>
            <a:r>
              <a:rPr lang="de-DE" sz="1800" b="1" dirty="0" err="1"/>
              <a:t>Dialogue</a:t>
            </a:r>
            <a:r>
              <a:rPr lang="de-DE" sz="1800" b="1" dirty="0"/>
              <a:t> Systems</a:t>
            </a:r>
          </a:p>
          <a:p>
            <a:pPr lvl="1"/>
            <a:r>
              <a:rPr lang="de-DE" sz="1600" dirty="0" err="1"/>
              <a:t>Chatbots</a:t>
            </a:r>
            <a:r>
              <a:rPr lang="de-DE" sz="1600" dirty="0"/>
              <a:t>, FAQs, Frameworks, </a:t>
            </a:r>
            <a:r>
              <a:rPr lang="de-DE" sz="1600" dirty="0" err="1"/>
              <a:t>Visualization</a:t>
            </a:r>
            <a:r>
              <a:rPr lang="de-DE" sz="1600" dirty="0"/>
              <a:t> </a:t>
            </a:r>
            <a:r>
              <a:rPr lang="de-DE" sz="1600" dirty="0" err="1"/>
              <a:t>aspects</a:t>
            </a:r>
            <a:r>
              <a:rPr lang="de-DE" sz="1600" dirty="0"/>
              <a:t> etc.</a:t>
            </a:r>
          </a:p>
          <a:p>
            <a:r>
              <a:rPr lang="de-DE" sz="1800" b="1" dirty="0"/>
              <a:t>Web </a:t>
            </a:r>
            <a:r>
              <a:rPr lang="de-DE" sz="1800" b="1" dirty="0" err="1"/>
              <a:t>Application</a:t>
            </a:r>
            <a:r>
              <a:rPr lang="de-DE" sz="1800" b="1" dirty="0"/>
              <a:t> </a:t>
            </a:r>
            <a:r>
              <a:rPr lang="de-DE" sz="1800" b="1" dirty="0" err="1"/>
              <a:t>Issues</a:t>
            </a:r>
            <a:endParaRPr lang="de-DE" sz="1800" b="1" dirty="0"/>
          </a:p>
          <a:p>
            <a:pPr lvl="1"/>
            <a:r>
              <a:rPr lang="de-DE" sz="1600" dirty="0"/>
              <a:t>E.g., Mockup-Driven Web-</a:t>
            </a:r>
            <a:r>
              <a:rPr lang="de-DE" sz="1600" dirty="0" err="1"/>
              <a:t>Application</a:t>
            </a:r>
            <a:endParaRPr lang="de-DE" sz="1600" dirty="0"/>
          </a:p>
          <a:p>
            <a:r>
              <a:rPr lang="de-DE" sz="1800" b="1" dirty="0"/>
              <a:t>Community/</a:t>
            </a:r>
            <a:r>
              <a:rPr lang="de-DE" sz="1800" b="1" dirty="0" err="1"/>
              <a:t>Cooperation</a:t>
            </a:r>
            <a:r>
              <a:rPr lang="de-DE" sz="1800" b="1" dirty="0"/>
              <a:t>/</a:t>
            </a:r>
            <a:r>
              <a:rPr lang="de-DE" sz="1800" b="1" dirty="0" err="1"/>
              <a:t>Competency</a:t>
            </a:r>
            <a:r>
              <a:rPr lang="de-DE" sz="1800" b="1" dirty="0"/>
              <a:t> </a:t>
            </a:r>
            <a:r>
              <a:rPr lang="de-DE" sz="1800" b="1" dirty="0" err="1"/>
              <a:t>Issues</a:t>
            </a:r>
            <a:endParaRPr lang="de-DE" sz="1800" b="1" dirty="0"/>
          </a:p>
          <a:p>
            <a:pPr lvl="1"/>
            <a:r>
              <a:rPr lang="de-DE" sz="1600" dirty="0"/>
              <a:t>Community </a:t>
            </a:r>
            <a:r>
              <a:rPr lang="de-DE" sz="1600" dirty="0" err="1"/>
              <a:t>Informatics</a:t>
            </a:r>
            <a:endParaRPr lang="de-DE" sz="1600" dirty="0"/>
          </a:p>
          <a:p>
            <a:pPr lvl="1"/>
            <a:r>
              <a:rPr lang="de-DE" sz="1600" dirty="0" err="1"/>
              <a:t>Profiles</a:t>
            </a:r>
            <a:r>
              <a:rPr lang="de-DE" sz="1600" dirty="0"/>
              <a:t> (</a:t>
            </a:r>
            <a:r>
              <a:rPr lang="de-DE" sz="1600" dirty="0" err="1"/>
              <a:t>Competency</a:t>
            </a:r>
            <a:r>
              <a:rPr lang="de-DE" sz="1600" dirty="0"/>
              <a:t>, Time, Location), </a:t>
            </a:r>
            <a:r>
              <a:rPr lang="de-DE" sz="1600" dirty="0" err="1"/>
              <a:t>Visualization</a:t>
            </a:r>
            <a:r>
              <a:rPr lang="de-DE" sz="1600" dirty="0"/>
              <a:t>, Evolution, </a:t>
            </a:r>
            <a:r>
              <a:rPr lang="de-DE" sz="1600" dirty="0" err="1"/>
              <a:t>Recommender</a:t>
            </a:r>
            <a:r>
              <a:rPr lang="de-DE" sz="1600" dirty="0"/>
              <a:t>/</a:t>
            </a:r>
            <a:r>
              <a:rPr lang="de-DE" sz="1600" dirty="0" err="1"/>
              <a:t>Matching</a:t>
            </a:r>
            <a:r>
              <a:rPr lang="de-DE" sz="1600" dirty="0"/>
              <a:t> </a:t>
            </a:r>
          </a:p>
          <a:p>
            <a:pPr lvl="1"/>
            <a:r>
              <a:rPr lang="de-DE" sz="1600" dirty="0"/>
              <a:t>Feedback, </a:t>
            </a:r>
            <a:r>
              <a:rPr lang="de-DE" sz="1600" dirty="0" err="1"/>
              <a:t>Reflection</a:t>
            </a:r>
            <a:endParaRPr lang="de-DE" sz="1600" dirty="0"/>
          </a:p>
          <a:p>
            <a:pPr lvl="1"/>
            <a:r>
              <a:rPr lang="de-DE" sz="1600" dirty="0"/>
              <a:t>Persuasive Systems, „</a:t>
            </a:r>
            <a:r>
              <a:rPr lang="de-DE" sz="1600" dirty="0" err="1"/>
              <a:t>Goalifying</a:t>
            </a:r>
            <a:r>
              <a:rPr lang="de-DE" sz="1600" dirty="0"/>
              <a:t>“, Habit </a:t>
            </a:r>
            <a:r>
              <a:rPr lang="de-DE" sz="1600" dirty="0" err="1"/>
              <a:t>Changing</a:t>
            </a:r>
            <a:r>
              <a:rPr lang="de-DE" sz="1600" dirty="0"/>
              <a:t> Apps, Gamification</a:t>
            </a:r>
          </a:p>
        </p:txBody>
      </p:sp>
      <p:grpSp>
        <p:nvGrpSpPr>
          <p:cNvPr id="5" name="Group 7">
            <a:extLst>
              <a:ext uri="{FF2B5EF4-FFF2-40B4-BE49-F238E27FC236}">
                <a16:creationId xmlns:a16="http://schemas.microsoft.com/office/drawing/2014/main" id="{B884E532-C461-4C40-991B-BC7AE221F12A}"/>
              </a:ext>
            </a:extLst>
          </p:cNvPr>
          <p:cNvGrpSpPr/>
          <p:nvPr/>
        </p:nvGrpSpPr>
        <p:grpSpPr>
          <a:xfrm>
            <a:off x="8038085" y="694907"/>
            <a:ext cx="938767" cy="357107"/>
            <a:chOff x="0" y="0"/>
            <a:chExt cx="1057825" cy="437830"/>
          </a:xfrm>
        </p:grpSpPr>
        <p:pic>
          <p:nvPicPr>
            <p:cNvPr id="6" name="Picture 34" descr="Picture 34">
              <a:extLst>
                <a:ext uri="{FF2B5EF4-FFF2-40B4-BE49-F238E27FC236}">
                  <a16:creationId xmlns:a16="http://schemas.microsoft.com/office/drawing/2014/main" id="{4472805C-DE09-4BCD-A0A0-BC7FADB66F2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24568" b="32322"/>
            <a:stretch>
              <a:fillRect/>
            </a:stretch>
          </p:blipFill>
          <p:spPr>
            <a:xfrm>
              <a:off x="0" y="0"/>
              <a:ext cx="1008691" cy="43783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7" name="Rectangle 35">
              <a:extLst>
                <a:ext uri="{FF2B5EF4-FFF2-40B4-BE49-F238E27FC236}">
                  <a16:creationId xmlns:a16="http://schemas.microsoft.com/office/drawing/2014/main" id="{9607764B-93F5-4642-8207-81DC6F2173B7}"/>
                </a:ext>
              </a:extLst>
            </p:cNvPr>
            <p:cNvSpPr/>
            <p:nvPr/>
          </p:nvSpPr>
          <p:spPr>
            <a:xfrm>
              <a:off x="892874" y="241457"/>
              <a:ext cx="164952" cy="117667"/>
            </a:xfrm>
            <a:prstGeom prst="rect">
              <a:avLst/>
            </a:prstGeom>
            <a:solidFill>
              <a:schemeClr val="accent3">
                <a:lumOff val="44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</p:grpSp>
      <p:pic>
        <p:nvPicPr>
          <p:cNvPr id="8" name="Picture 6" descr="Picture 6">
            <a:extLst>
              <a:ext uri="{FF2B5EF4-FFF2-40B4-BE49-F238E27FC236}">
                <a16:creationId xmlns:a16="http://schemas.microsoft.com/office/drawing/2014/main" id="{11C9A0D6-3304-4EC6-94B7-5D65C1A8AFF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0468" t="13897"/>
          <a:stretch>
            <a:fillRect/>
          </a:stretch>
        </p:blipFill>
        <p:spPr>
          <a:xfrm>
            <a:off x="8038085" y="144829"/>
            <a:ext cx="1107874" cy="631919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9FDD8DA2-7940-4F6A-A231-3966013557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138" y="249238"/>
            <a:ext cx="8607144" cy="893762"/>
          </a:xfrm>
        </p:spPr>
        <p:txBody>
          <a:bodyPr/>
          <a:lstStyle/>
          <a:p>
            <a:r>
              <a:rPr lang="de-DE" sz="2000" dirty="0" err="1"/>
              <a:t>My</a:t>
            </a:r>
            <a:r>
              <a:rPr lang="de-DE" sz="2000" dirty="0"/>
              <a:t> Fields </a:t>
            </a:r>
            <a:r>
              <a:rPr lang="de-DE" sz="2000" dirty="0" err="1"/>
              <a:t>of</a:t>
            </a:r>
            <a:r>
              <a:rPr lang="de-DE" sz="2000" dirty="0"/>
              <a:t> Interest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8904767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CF201F-13DD-474C-947B-C52633D3D6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138" y="249238"/>
            <a:ext cx="8607144" cy="893762"/>
          </a:xfrm>
        </p:spPr>
        <p:txBody>
          <a:bodyPr/>
          <a:lstStyle/>
          <a:p>
            <a:r>
              <a:rPr lang="de-DE" sz="1800" dirty="0"/>
              <a:t>Organizational </a:t>
            </a:r>
            <a:r>
              <a:rPr lang="de-DE" sz="1800" dirty="0" err="1"/>
              <a:t>Issues</a:t>
            </a:r>
            <a:endParaRPr lang="en-US" sz="1800" dirty="0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15001030-FAE1-48B2-920E-46EE745414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2012" y="1290638"/>
            <a:ext cx="8607144" cy="5567362"/>
          </a:xfrm>
        </p:spPr>
        <p:txBody>
          <a:bodyPr/>
          <a:lstStyle/>
          <a:p>
            <a:r>
              <a:rPr lang="de-DE" sz="1600" b="1" dirty="0"/>
              <a:t>Individual </a:t>
            </a:r>
            <a:r>
              <a:rPr lang="de-DE" sz="1600" b="1" dirty="0" err="1"/>
              <a:t>working</a:t>
            </a:r>
            <a:r>
              <a:rPr lang="de-DE" sz="1600" b="1" dirty="0"/>
              <a:t> </a:t>
            </a:r>
            <a:r>
              <a:rPr lang="de-DE" sz="1600" b="1" dirty="0" err="1"/>
              <a:t>schedule</a:t>
            </a:r>
            <a:endParaRPr lang="de-DE" sz="1600" b="1" dirty="0"/>
          </a:p>
          <a:p>
            <a:pPr lvl="1"/>
            <a:r>
              <a:rPr lang="de-DE" sz="1400" dirty="0"/>
              <a:t>Working plan incl. </a:t>
            </a:r>
            <a:r>
              <a:rPr lang="de-DE" sz="1400" dirty="0" err="1"/>
              <a:t>schedule</a:t>
            </a:r>
            <a:endParaRPr lang="de-DE" sz="1400" dirty="0"/>
          </a:p>
          <a:p>
            <a:pPr lvl="1"/>
            <a:r>
              <a:rPr lang="de-DE" sz="1400" dirty="0"/>
              <a:t>Individual </a:t>
            </a:r>
            <a:r>
              <a:rPr lang="de-DE" sz="1400" dirty="0" err="1"/>
              <a:t>meeting</a:t>
            </a:r>
            <a:r>
              <a:rPr lang="de-DE" sz="1400" dirty="0"/>
              <a:t> </a:t>
            </a:r>
            <a:r>
              <a:rPr lang="de-DE" sz="1400" dirty="0" err="1"/>
              <a:t>every</a:t>
            </a:r>
            <a:r>
              <a:rPr lang="de-DE" sz="1400" dirty="0"/>
              <a:t> 3-4 </a:t>
            </a:r>
            <a:r>
              <a:rPr lang="de-DE" sz="1400" dirty="0" err="1"/>
              <a:t>weeks</a:t>
            </a:r>
            <a:endParaRPr lang="de-DE" sz="1400" dirty="0"/>
          </a:p>
          <a:p>
            <a:pPr lvl="2"/>
            <a:r>
              <a:rPr lang="de-DE" sz="1200" dirty="0" err="1"/>
              <a:t>aim</a:t>
            </a:r>
            <a:r>
              <a:rPr lang="de-DE" sz="1200" dirty="0"/>
              <a:t>/</a:t>
            </a:r>
            <a:r>
              <a:rPr lang="de-DE" sz="1200" dirty="0" err="1"/>
              <a:t>agenda</a:t>
            </a:r>
            <a:r>
              <a:rPr lang="de-DE" sz="1200" dirty="0"/>
              <a:t> and </a:t>
            </a:r>
            <a:r>
              <a:rPr lang="de-DE" sz="1200" dirty="0" err="1"/>
              <a:t>input</a:t>
            </a:r>
            <a:r>
              <a:rPr lang="de-DE" sz="1200" dirty="0"/>
              <a:t> </a:t>
            </a:r>
            <a:r>
              <a:rPr lang="de-DE" sz="1200" dirty="0" err="1"/>
              <a:t>documents</a:t>
            </a:r>
            <a:r>
              <a:rPr lang="de-DE" sz="1200" dirty="0"/>
              <a:t> 1 </a:t>
            </a:r>
            <a:r>
              <a:rPr lang="de-DE" sz="1200" dirty="0" err="1"/>
              <a:t>day</a:t>
            </a:r>
            <a:r>
              <a:rPr lang="de-DE" sz="1200" dirty="0"/>
              <a:t> </a:t>
            </a:r>
            <a:r>
              <a:rPr lang="de-DE" sz="1200" dirty="0" err="1"/>
              <a:t>prior</a:t>
            </a:r>
            <a:r>
              <a:rPr lang="de-DE" sz="1200" dirty="0"/>
              <a:t> </a:t>
            </a:r>
            <a:r>
              <a:rPr lang="de-DE" sz="1200" dirty="0" err="1"/>
              <a:t>to</a:t>
            </a:r>
            <a:r>
              <a:rPr lang="de-DE" sz="1200" dirty="0"/>
              <a:t> </a:t>
            </a:r>
            <a:r>
              <a:rPr lang="de-DE" sz="1200" dirty="0" err="1"/>
              <a:t>the</a:t>
            </a:r>
            <a:r>
              <a:rPr lang="de-DE" sz="1200" dirty="0"/>
              <a:t> </a:t>
            </a:r>
            <a:r>
              <a:rPr lang="de-DE" sz="1200" dirty="0" err="1"/>
              <a:t>meeting</a:t>
            </a:r>
            <a:endParaRPr lang="de-DE" sz="1200" dirty="0"/>
          </a:p>
          <a:p>
            <a:pPr lvl="2"/>
            <a:r>
              <a:rPr lang="de-DE" sz="1200" dirty="0" err="1"/>
              <a:t>meeting</a:t>
            </a:r>
            <a:r>
              <a:rPr lang="de-DE" sz="1200" dirty="0"/>
              <a:t> </a:t>
            </a:r>
            <a:r>
              <a:rPr lang="de-DE" sz="1200" dirty="0" err="1"/>
              <a:t>notes</a:t>
            </a:r>
            <a:r>
              <a:rPr lang="de-DE" sz="1200" dirty="0"/>
              <a:t> (</a:t>
            </a:r>
            <a:r>
              <a:rPr lang="de-DE" sz="1200" dirty="0" err="1"/>
              <a:t>short</a:t>
            </a:r>
            <a:r>
              <a:rPr lang="de-DE" sz="1200" dirty="0"/>
              <a:t> </a:t>
            </a:r>
            <a:r>
              <a:rPr lang="de-DE" sz="1200" dirty="0" err="1"/>
              <a:t>document</a:t>
            </a:r>
            <a:r>
              <a:rPr lang="de-DE" sz="1200" dirty="0"/>
              <a:t>, </a:t>
            </a:r>
            <a:r>
              <a:rPr lang="de-DE" sz="1200" dirty="0" err="1"/>
              <a:t>keywords</a:t>
            </a:r>
            <a:r>
              <a:rPr lang="de-DE" sz="1200" dirty="0"/>
              <a:t> =&gt; </a:t>
            </a:r>
            <a:r>
              <a:rPr lang="de-DE" sz="1200" dirty="0" err="1"/>
              <a:t>template</a:t>
            </a:r>
            <a:r>
              <a:rPr lang="de-DE" sz="1200" dirty="0"/>
              <a:t>)</a:t>
            </a:r>
          </a:p>
          <a:p>
            <a:pPr lvl="1"/>
            <a:r>
              <a:rPr lang="de-DE" sz="1400" dirty="0"/>
              <a:t>Review: online </a:t>
            </a:r>
            <a:r>
              <a:rPr lang="de-DE" sz="1400" dirty="0" err="1"/>
              <a:t>access</a:t>
            </a:r>
            <a:r>
              <a:rPr lang="de-DE" sz="1400" dirty="0"/>
              <a:t> </a:t>
            </a:r>
            <a:r>
              <a:rPr lang="de-DE" sz="1400" dirty="0" err="1"/>
              <a:t>to</a:t>
            </a:r>
            <a:r>
              <a:rPr lang="de-DE" sz="1400" dirty="0"/>
              <a:t> </a:t>
            </a:r>
            <a:r>
              <a:rPr lang="de-DE" sz="1400" dirty="0" err="1"/>
              <a:t>app</a:t>
            </a:r>
            <a:endParaRPr lang="de-DE" sz="1400" dirty="0"/>
          </a:p>
          <a:p>
            <a:pPr lvl="1"/>
            <a:r>
              <a:rPr lang="de-DE" sz="1400" dirty="0"/>
              <a:t>Final BAKK/Project </a:t>
            </a:r>
            <a:r>
              <a:rPr lang="de-DE" sz="1400" dirty="0" err="1"/>
              <a:t>document</a:t>
            </a:r>
            <a:r>
              <a:rPr lang="de-DE" sz="1400" dirty="0"/>
              <a:t> &amp; code, final </a:t>
            </a:r>
            <a:r>
              <a:rPr lang="de-DE" sz="1400" dirty="0" err="1"/>
              <a:t>presentation</a:t>
            </a:r>
            <a:r>
              <a:rPr lang="de-DE" sz="1400" dirty="0"/>
              <a:t>, </a:t>
            </a:r>
            <a:r>
              <a:rPr lang="de-DE" sz="1400" dirty="0" err="1"/>
              <a:t>video</a:t>
            </a:r>
            <a:endParaRPr lang="de-DE" sz="1400" dirty="0"/>
          </a:p>
          <a:p>
            <a:endParaRPr lang="de-DE" sz="1400" b="1" dirty="0"/>
          </a:p>
        </p:txBody>
      </p:sp>
    </p:spTree>
    <p:extLst>
      <p:ext uri="{BB962C8B-B14F-4D97-AF65-F5344CB8AC3E}">
        <p14:creationId xmlns:p14="http://schemas.microsoft.com/office/powerpoint/2010/main" val="2756804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CF201F-13DD-474C-947B-C52633D3D6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138" y="249238"/>
            <a:ext cx="8607144" cy="893762"/>
          </a:xfrm>
        </p:spPr>
        <p:txBody>
          <a:bodyPr/>
          <a:lstStyle/>
          <a:p>
            <a:r>
              <a:rPr lang="de-DE" sz="1800" dirty="0"/>
              <a:t>Method / </a:t>
            </a:r>
            <a:r>
              <a:rPr lang="de-DE" sz="1800" dirty="0" err="1"/>
              <a:t>Process</a:t>
            </a:r>
            <a:r>
              <a:rPr lang="de-DE" sz="1800" dirty="0"/>
              <a:t> </a:t>
            </a:r>
            <a:r>
              <a:rPr lang="de-DE" sz="1800" dirty="0" err="1"/>
              <a:t>of</a:t>
            </a:r>
            <a:r>
              <a:rPr lang="de-DE" sz="1800" dirty="0"/>
              <a:t> Work</a:t>
            </a:r>
            <a:endParaRPr lang="en-US" sz="1800" dirty="0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15001030-FAE1-48B2-920E-46EE745414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7642" y="1221154"/>
            <a:ext cx="8854979" cy="5567362"/>
          </a:xfrm>
        </p:spPr>
        <p:txBody>
          <a:bodyPr/>
          <a:lstStyle/>
          <a:p>
            <a:r>
              <a:rPr lang="de-DE" sz="1600" b="1" dirty="0" err="1"/>
              <a:t>Aim</a:t>
            </a:r>
            <a:endParaRPr lang="de-DE" sz="1600" b="1" dirty="0"/>
          </a:p>
          <a:p>
            <a:pPr lvl="1"/>
            <a:r>
              <a:rPr lang="de-DE" sz="1400" dirty="0"/>
              <a:t>Development </a:t>
            </a:r>
            <a:r>
              <a:rPr lang="de-DE" sz="1400" dirty="0" err="1"/>
              <a:t>of</a:t>
            </a:r>
            <a:r>
              <a:rPr lang="de-DE" sz="1400" dirty="0"/>
              <a:t> a </a:t>
            </a:r>
            <a:r>
              <a:rPr lang="de-DE" sz="1400" b="1" dirty="0" err="1"/>
              <a:t>demonstration</a:t>
            </a:r>
            <a:r>
              <a:rPr lang="de-DE" sz="1400" b="1" dirty="0"/>
              <a:t> prototype </a:t>
            </a:r>
            <a:r>
              <a:rPr lang="de-DE" sz="1400" dirty="0" err="1"/>
              <a:t>following</a:t>
            </a:r>
            <a:r>
              <a:rPr lang="de-DE" sz="1400" dirty="0"/>
              <a:t> a Software Engineering / Web Engineering </a:t>
            </a:r>
            <a:r>
              <a:rPr lang="de-DE" sz="1400" dirty="0" err="1"/>
              <a:t>process</a:t>
            </a:r>
            <a:r>
              <a:rPr lang="de-DE" sz="1400" dirty="0"/>
              <a:t>: </a:t>
            </a:r>
            <a:r>
              <a:rPr lang="de-DE" sz="1400" dirty="0" err="1"/>
              <a:t>requirements</a:t>
            </a:r>
            <a:r>
              <a:rPr lang="de-DE" sz="1400" dirty="0"/>
              <a:t> </a:t>
            </a:r>
            <a:r>
              <a:rPr lang="de-DE" sz="1400" dirty="0" err="1"/>
              <a:t>analysis</a:t>
            </a:r>
            <a:r>
              <a:rPr lang="de-DE" sz="1400" dirty="0"/>
              <a:t> (</a:t>
            </a:r>
            <a:r>
              <a:rPr lang="de-DE" sz="1400" dirty="0" err="1"/>
              <a:t>wide</a:t>
            </a:r>
            <a:r>
              <a:rPr lang="de-DE" sz="1400" dirty="0"/>
              <a:t>), </a:t>
            </a:r>
            <a:r>
              <a:rPr lang="de-DE" sz="1400" dirty="0" err="1"/>
              <a:t>conzeptualization</a:t>
            </a:r>
            <a:r>
              <a:rPr lang="de-DE" sz="1400" dirty="0"/>
              <a:t> (</a:t>
            </a:r>
            <a:r>
              <a:rPr lang="de-DE" sz="1400" dirty="0" err="1"/>
              <a:t>wide</a:t>
            </a:r>
            <a:r>
              <a:rPr lang="de-DE" sz="1400" dirty="0"/>
              <a:t>), </a:t>
            </a:r>
            <a:r>
              <a:rPr lang="de-DE" sz="1400" dirty="0" err="1"/>
              <a:t>implementation</a:t>
            </a:r>
            <a:r>
              <a:rPr lang="de-DE" sz="1400" dirty="0"/>
              <a:t> (</a:t>
            </a:r>
            <a:r>
              <a:rPr lang="de-DE" sz="1400" dirty="0" err="1"/>
              <a:t>specific</a:t>
            </a:r>
            <a:r>
              <a:rPr lang="de-DE" sz="1400" dirty="0"/>
              <a:t> &amp; „smooth“), </a:t>
            </a:r>
            <a:r>
              <a:rPr lang="de-DE" sz="1400" dirty="0" err="1"/>
              <a:t>evaluation</a:t>
            </a:r>
            <a:endParaRPr lang="de-DE" sz="1400" dirty="0"/>
          </a:p>
          <a:p>
            <a:pPr lvl="1"/>
            <a:r>
              <a:rPr lang="de-DE" sz="1400" dirty="0" err="1"/>
              <a:t>Based</a:t>
            </a:r>
            <a:r>
              <a:rPr lang="de-DE" sz="1400" dirty="0"/>
              <a:t> on </a:t>
            </a:r>
            <a:r>
              <a:rPr lang="de-DE" sz="1400" dirty="0" err="1"/>
              <a:t>knowlegde</a:t>
            </a:r>
            <a:r>
              <a:rPr lang="de-DE" sz="1400" dirty="0"/>
              <a:t> </a:t>
            </a:r>
            <a:r>
              <a:rPr lang="de-DE" sz="1400" dirty="0" err="1"/>
              <a:t>about</a:t>
            </a:r>
            <a:r>
              <a:rPr lang="de-DE" sz="1400" dirty="0"/>
              <a:t> </a:t>
            </a:r>
            <a:r>
              <a:rPr lang="de-DE" sz="1400" dirty="0" err="1"/>
              <a:t>literature</a:t>
            </a:r>
            <a:r>
              <a:rPr lang="de-DE" sz="1400" dirty="0"/>
              <a:t> (</a:t>
            </a:r>
            <a:r>
              <a:rPr lang="de-DE" sz="1400" dirty="0" err="1"/>
              <a:t>research</a:t>
            </a:r>
            <a:r>
              <a:rPr lang="de-DE" sz="1400" dirty="0"/>
              <a:t>) and (</a:t>
            </a:r>
            <a:r>
              <a:rPr lang="de-DE" sz="1400" dirty="0" err="1"/>
              <a:t>commercial</a:t>
            </a:r>
            <a:r>
              <a:rPr lang="de-DE" sz="1400" dirty="0"/>
              <a:t>) </a:t>
            </a:r>
            <a:r>
              <a:rPr lang="de-DE" sz="1400" dirty="0" err="1"/>
              <a:t>applications</a:t>
            </a:r>
            <a:endParaRPr lang="de-DE" sz="1400" dirty="0"/>
          </a:p>
          <a:p>
            <a:pPr lvl="1"/>
            <a:r>
              <a:rPr lang="de-DE" sz="1400" dirty="0" err="1"/>
              <a:t>Application</a:t>
            </a:r>
            <a:r>
              <a:rPr lang="de-DE" sz="1400" dirty="0"/>
              <a:t> </a:t>
            </a:r>
            <a:r>
              <a:rPr lang="de-DE" sz="1400" dirty="0" err="1"/>
              <a:t>of</a:t>
            </a:r>
            <a:r>
              <a:rPr lang="de-DE" sz="1400" dirty="0"/>
              <a:t> CS-</a:t>
            </a:r>
            <a:r>
              <a:rPr lang="de-DE" sz="1400" dirty="0" err="1"/>
              <a:t>methods</a:t>
            </a:r>
            <a:r>
              <a:rPr lang="de-DE" sz="1400" dirty="0"/>
              <a:t> &amp; </a:t>
            </a:r>
            <a:r>
              <a:rPr lang="de-DE" sz="1400" dirty="0" err="1"/>
              <a:t>techniques</a:t>
            </a:r>
            <a:r>
              <a:rPr lang="de-DE" sz="1400" dirty="0"/>
              <a:t>!</a:t>
            </a:r>
          </a:p>
          <a:p>
            <a:endParaRPr lang="de-DE" sz="1600" b="1" dirty="0"/>
          </a:p>
          <a:p>
            <a:r>
              <a:rPr lang="de-DE" sz="1600" b="1" dirty="0"/>
              <a:t>CS Methods/</a:t>
            </a:r>
            <a:r>
              <a:rPr lang="de-DE" sz="1600" b="1" dirty="0" err="1"/>
              <a:t>Techniques</a:t>
            </a:r>
            <a:endParaRPr lang="de-DE" sz="1600" b="1" dirty="0"/>
          </a:p>
          <a:p>
            <a:pPr lvl="1"/>
            <a:r>
              <a:rPr lang="de-DE" sz="1400" dirty="0"/>
              <a:t>Method, SW-</a:t>
            </a:r>
            <a:r>
              <a:rPr lang="de-DE" sz="1400" dirty="0" err="1"/>
              <a:t>Process</a:t>
            </a:r>
            <a:r>
              <a:rPr lang="de-DE" sz="1400" dirty="0"/>
              <a:t>; </a:t>
            </a:r>
            <a:r>
              <a:rPr lang="de-DE" sz="1400" dirty="0" err="1"/>
              <a:t>user</a:t>
            </a:r>
            <a:r>
              <a:rPr lang="de-DE" sz="1400" dirty="0"/>
              <a:t> </a:t>
            </a:r>
            <a:r>
              <a:rPr lang="de-DE" sz="1400" dirty="0" err="1"/>
              <a:t>thinking</a:t>
            </a:r>
            <a:r>
              <a:rPr lang="de-DE" sz="1400" dirty="0"/>
              <a:t> (=&gt; personas)</a:t>
            </a:r>
          </a:p>
          <a:p>
            <a:pPr lvl="1"/>
            <a:r>
              <a:rPr lang="de-DE" sz="1400" dirty="0" err="1"/>
              <a:t>Literature</a:t>
            </a:r>
            <a:r>
              <a:rPr lang="de-DE" sz="1400" dirty="0"/>
              <a:t> Review: </a:t>
            </a:r>
            <a:r>
              <a:rPr lang="de-DE" sz="1400" dirty="0" err="1"/>
              <a:t>Introduction</a:t>
            </a:r>
            <a:r>
              <a:rPr lang="de-DE" sz="1400" dirty="0"/>
              <a:t> </a:t>
            </a:r>
            <a:r>
              <a:rPr lang="de-DE" sz="1400" dirty="0" err="1"/>
              <a:t>to</a:t>
            </a:r>
            <a:r>
              <a:rPr lang="de-DE" sz="1400" dirty="0"/>
              <a:t> </a:t>
            </a:r>
            <a:r>
              <a:rPr lang="de-DE" sz="1400" dirty="0" err="1"/>
              <a:t>the</a:t>
            </a:r>
            <a:r>
              <a:rPr lang="de-DE" sz="1400" dirty="0"/>
              <a:t> </a:t>
            </a:r>
            <a:r>
              <a:rPr lang="de-DE" sz="1400" dirty="0" err="1"/>
              <a:t>field</a:t>
            </a:r>
            <a:r>
              <a:rPr lang="de-DE" sz="1400" dirty="0"/>
              <a:t> (</a:t>
            </a:r>
            <a:r>
              <a:rPr lang="de-DE" sz="1400" dirty="0" err="1"/>
              <a:t>state</a:t>
            </a:r>
            <a:r>
              <a:rPr lang="de-DE" sz="1400" dirty="0"/>
              <a:t>-</a:t>
            </a:r>
            <a:r>
              <a:rPr lang="de-DE" sz="1400" dirty="0" err="1"/>
              <a:t>of</a:t>
            </a:r>
            <a:r>
              <a:rPr lang="de-DE" sz="1400" dirty="0"/>
              <a:t>-</a:t>
            </a:r>
            <a:r>
              <a:rPr lang="de-DE" sz="1400" dirty="0" err="1"/>
              <a:t>the</a:t>
            </a:r>
            <a:r>
              <a:rPr lang="de-DE" sz="1400" dirty="0"/>
              <a:t>-art) =&gt; </a:t>
            </a:r>
            <a:r>
              <a:rPr lang="de-DE" sz="1400" dirty="0" err="1"/>
              <a:t>theory</a:t>
            </a:r>
            <a:r>
              <a:rPr lang="de-DE" sz="1400" dirty="0"/>
              <a:t> </a:t>
            </a:r>
            <a:r>
              <a:rPr lang="de-DE" sz="1400" dirty="0" err="1"/>
              <a:t>part</a:t>
            </a:r>
            <a:endParaRPr lang="de-DE" sz="1400" dirty="0"/>
          </a:p>
          <a:p>
            <a:pPr lvl="1"/>
            <a:r>
              <a:rPr lang="de-DE" sz="1400" dirty="0"/>
              <a:t>Evaluation </a:t>
            </a:r>
            <a:r>
              <a:rPr lang="de-DE" sz="1400" dirty="0" err="1"/>
              <a:t>of</a:t>
            </a:r>
            <a:r>
              <a:rPr lang="de-DE" sz="1400" dirty="0"/>
              <a:t> </a:t>
            </a:r>
            <a:r>
              <a:rPr lang="de-DE" sz="1400" dirty="0" err="1"/>
              <a:t>existing</a:t>
            </a:r>
            <a:r>
              <a:rPr lang="de-DE" sz="1400" dirty="0"/>
              <a:t> </a:t>
            </a:r>
            <a:r>
              <a:rPr lang="de-DE" sz="1400" dirty="0" err="1"/>
              <a:t>systems</a:t>
            </a:r>
            <a:r>
              <a:rPr lang="de-DE" sz="1400" dirty="0"/>
              <a:t>/</a:t>
            </a:r>
            <a:r>
              <a:rPr lang="de-DE" sz="1400" dirty="0" err="1"/>
              <a:t>apps</a:t>
            </a:r>
            <a:r>
              <a:rPr lang="de-DE" sz="1400" dirty="0"/>
              <a:t>, </a:t>
            </a:r>
            <a:r>
              <a:rPr lang="de-DE" sz="1400" dirty="0" err="1"/>
              <a:t>evaluation</a:t>
            </a:r>
            <a:r>
              <a:rPr lang="de-DE" sz="1400" dirty="0"/>
              <a:t> </a:t>
            </a:r>
            <a:r>
              <a:rPr lang="de-DE" sz="1400" dirty="0" err="1"/>
              <a:t>of</a:t>
            </a:r>
            <a:r>
              <a:rPr lang="de-DE" sz="1400" dirty="0"/>
              <a:t> </a:t>
            </a:r>
            <a:r>
              <a:rPr lang="de-DE" sz="1400" dirty="0" err="1"/>
              <a:t>tools</a:t>
            </a:r>
            <a:r>
              <a:rPr lang="de-DE" sz="1400" dirty="0"/>
              <a:t>/</a:t>
            </a:r>
            <a:r>
              <a:rPr lang="de-DE" sz="1400" dirty="0" err="1"/>
              <a:t>approaches</a:t>
            </a:r>
            <a:endParaRPr lang="de-DE" sz="1400" dirty="0"/>
          </a:p>
          <a:p>
            <a:pPr lvl="1"/>
            <a:r>
              <a:rPr lang="de-DE" sz="1400" dirty="0" err="1"/>
              <a:t>Requirement</a:t>
            </a:r>
            <a:r>
              <a:rPr lang="de-DE" sz="1400" dirty="0"/>
              <a:t> </a:t>
            </a:r>
            <a:r>
              <a:rPr lang="de-DE" sz="1400" dirty="0" err="1"/>
              <a:t>engineering</a:t>
            </a:r>
            <a:r>
              <a:rPr lang="de-DE" sz="1400" dirty="0"/>
              <a:t> </a:t>
            </a:r>
            <a:r>
              <a:rPr lang="de-DE" sz="1400" dirty="0" err="1"/>
              <a:t>methods</a:t>
            </a:r>
            <a:r>
              <a:rPr lang="de-DE" sz="1400" dirty="0"/>
              <a:t>: e.g., EARS, KANO; personas, </a:t>
            </a:r>
            <a:r>
              <a:rPr lang="de-DE" sz="1400" dirty="0" err="1"/>
              <a:t>user</a:t>
            </a:r>
            <a:r>
              <a:rPr lang="de-DE" sz="1400" dirty="0"/>
              <a:t> </a:t>
            </a:r>
            <a:r>
              <a:rPr lang="de-DE" sz="1400" dirty="0" err="1"/>
              <a:t>stories</a:t>
            </a:r>
            <a:r>
              <a:rPr lang="de-DE" sz="1400" dirty="0"/>
              <a:t>, </a:t>
            </a:r>
            <a:r>
              <a:rPr lang="de-DE" sz="1400" dirty="0" err="1"/>
              <a:t>scenarios</a:t>
            </a:r>
            <a:endParaRPr lang="de-DE" sz="1400" dirty="0"/>
          </a:p>
          <a:p>
            <a:pPr lvl="1"/>
            <a:r>
              <a:rPr lang="de-DE" sz="1400" dirty="0"/>
              <a:t>Models: </a:t>
            </a:r>
            <a:r>
              <a:rPr lang="de-DE" sz="1400" dirty="0" err="1"/>
              <a:t>use</a:t>
            </a:r>
            <a:r>
              <a:rPr lang="de-DE" sz="1400" dirty="0"/>
              <a:t> </a:t>
            </a:r>
            <a:r>
              <a:rPr lang="de-DE" sz="1400" dirty="0" err="1"/>
              <a:t>case</a:t>
            </a:r>
            <a:r>
              <a:rPr lang="de-DE" sz="1400" dirty="0"/>
              <a:t> &amp; </a:t>
            </a:r>
            <a:r>
              <a:rPr lang="de-DE" sz="1400" dirty="0" err="1"/>
              <a:t>activity</a:t>
            </a:r>
            <a:r>
              <a:rPr lang="de-DE" sz="1400" dirty="0"/>
              <a:t> </a:t>
            </a:r>
            <a:r>
              <a:rPr lang="de-DE" sz="1400" dirty="0" err="1"/>
              <a:t>diagrams</a:t>
            </a:r>
            <a:r>
              <a:rPr lang="de-DE" sz="1400" dirty="0"/>
              <a:t>, </a:t>
            </a:r>
            <a:r>
              <a:rPr lang="de-DE" sz="1400" dirty="0" err="1"/>
              <a:t>data</a:t>
            </a:r>
            <a:r>
              <a:rPr lang="de-DE" sz="1400" dirty="0"/>
              <a:t> &amp; </a:t>
            </a:r>
            <a:r>
              <a:rPr lang="de-DE" sz="1400" dirty="0" err="1"/>
              <a:t>architecture</a:t>
            </a:r>
            <a:r>
              <a:rPr lang="de-DE" sz="1400" dirty="0"/>
              <a:t> </a:t>
            </a:r>
            <a:r>
              <a:rPr lang="de-DE" sz="1400" dirty="0" err="1"/>
              <a:t>model</a:t>
            </a:r>
            <a:r>
              <a:rPr lang="de-DE" sz="1400" dirty="0"/>
              <a:t>, web </a:t>
            </a:r>
            <a:r>
              <a:rPr lang="de-DE" sz="1400" dirty="0" err="1"/>
              <a:t>model</a:t>
            </a:r>
            <a:r>
              <a:rPr lang="de-DE" sz="1400" dirty="0"/>
              <a:t>, etc.</a:t>
            </a:r>
          </a:p>
          <a:p>
            <a:pPr lvl="1"/>
            <a:r>
              <a:rPr lang="de-DE" sz="1400" dirty="0" err="1"/>
              <a:t>Prototyping</a:t>
            </a:r>
            <a:r>
              <a:rPr lang="de-DE" sz="1400" dirty="0"/>
              <a:t>: </a:t>
            </a:r>
            <a:r>
              <a:rPr lang="de-DE" sz="1400" dirty="0" err="1"/>
              <a:t>MockUps</a:t>
            </a:r>
            <a:r>
              <a:rPr lang="de-DE" sz="1400" dirty="0"/>
              <a:t>, Frontend/Backend-Prototype, </a:t>
            </a:r>
            <a:r>
              <a:rPr lang="de-DE" sz="1400" dirty="0" err="1"/>
              <a:t>deployment</a:t>
            </a:r>
            <a:r>
              <a:rPr lang="de-DE" sz="1400" dirty="0"/>
              <a:t> (online </a:t>
            </a:r>
            <a:r>
              <a:rPr lang="de-DE" sz="1400" dirty="0" err="1"/>
              <a:t>accessible</a:t>
            </a:r>
            <a:r>
              <a:rPr lang="de-DE" sz="1400" dirty="0"/>
              <a:t>)</a:t>
            </a:r>
          </a:p>
          <a:p>
            <a:pPr lvl="1"/>
            <a:r>
              <a:rPr lang="de-DE" sz="1400" dirty="0"/>
              <a:t>Video &amp; </a:t>
            </a:r>
            <a:r>
              <a:rPr lang="de-DE" sz="1400" dirty="0" err="1"/>
              <a:t>presentation</a:t>
            </a:r>
            <a:r>
              <a:rPr lang="de-DE" sz="1400" dirty="0"/>
              <a:t>(s)</a:t>
            </a:r>
          </a:p>
          <a:p>
            <a:pPr lvl="1"/>
            <a:endParaRPr lang="de-DE" sz="1400" dirty="0"/>
          </a:p>
          <a:p>
            <a:endParaRPr lang="de-DE" sz="1400" b="1" dirty="0"/>
          </a:p>
        </p:txBody>
      </p:sp>
    </p:spTree>
    <p:extLst>
      <p:ext uri="{BB962C8B-B14F-4D97-AF65-F5344CB8AC3E}">
        <p14:creationId xmlns:p14="http://schemas.microsoft.com/office/powerpoint/2010/main" val="743171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CF201F-13DD-474C-947B-C52633D3D6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138" y="249238"/>
            <a:ext cx="8607144" cy="893762"/>
          </a:xfrm>
        </p:spPr>
        <p:txBody>
          <a:bodyPr/>
          <a:lstStyle/>
          <a:p>
            <a:r>
              <a:rPr lang="de-DE" sz="1800" dirty="0" err="1"/>
              <a:t>Example</a:t>
            </a:r>
            <a:r>
              <a:rPr lang="de-DE" sz="1800" dirty="0"/>
              <a:t> User Stories</a:t>
            </a:r>
            <a:endParaRPr lang="en-US" sz="1800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95BFFA98-B3E7-45A2-AEC1-750BBCF1F9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9987" y="405774"/>
            <a:ext cx="4117303" cy="6046452"/>
          </a:xfrm>
          <a:prstGeom prst="rect">
            <a:avLst/>
          </a:prstGeom>
        </p:spPr>
      </p:pic>
      <p:sp>
        <p:nvSpPr>
          <p:cNvPr id="3" name="Rechteck 2">
            <a:extLst>
              <a:ext uri="{FF2B5EF4-FFF2-40B4-BE49-F238E27FC236}">
                <a16:creationId xmlns:a16="http://schemas.microsoft.com/office/drawing/2014/main" id="{2624BB42-E323-408F-B381-19FB047C5665}"/>
              </a:ext>
            </a:extLst>
          </p:cNvPr>
          <p:cNvSpPr/>
          <p:nvPr/>
        </p:nvSpPr>
        <p:spPr>
          <a:xfrm>
            <a:off x="196710" y="1438633"/>
            <a:ext cx="4572000" cy="212365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200" dirty="0"/>
              <a:t>Standards </a:t>
            </a:r>
            <a:r>
              <a:rPr lang="en-US" sz="1200" dirty="0" err="1"/>
              <a:t>zB</a:t>
            </a:r>
            <a:r>
              <a:rPr lang="en-US" sz="1200" dirty="0"/>
              <a:t> EARS, KANO</a:t>
            </a:r>
          </a:p>
          <a:p>
            <a:r>
              <a:rPr lang="en-US" sz="1200" dirty="0"/>
              <a:t>important </a:t>
            </a:r>
            <a:r>
              <a:rPr lang="en-US" sz="1200" dirty="0" err="1"/>
              <a:t>infos</a:t>
            </a:r>
            <a:r>
              <a:rPr lang="en-US" sz="1200" dirty="0"/>
              <a:t> (columns): ID, title, roles, description might already include attributes), might include alternative solutions, might include </a:t>
            </a:r>
            <a:r>
              <a:rPr lang="en-US" sz="1200" dirty="0" err="1"/>
              <a:t>MoSCoW</a:t>
            </a:r>
            <a:r>
              <a:rPr lang="en-US" sz="1200" dirty="0"/>
              <a:t> (must have, could, have, should have, could have, won’t have); moreover important: grouping as well as sorting of requirements</a:t>
            </a:r>
            <a:endParaRPr lang="de-AT" sz="1200" dirty="0"/>
          </a:p>
          <a:p>
            <a:r>
              <a:rPr lang="de-DE" sz="1200" dirty="0" err="1"/>
              <a:t>Example</a:t>
            </a:r>
            <a:r>
              <a:rPr lang="de-DE" sz="1200" b="1" dirty="0"/>
              <a:t> KANO-Modell </a:t>
            </a:r>
            <a:r>
              <a:rPr lang="de-DE" sz="1200" b="1" dirty="0" err="1"/>
              <a:t>t</a:t>
            </a:r>
            <a:r>
              <a:rPr lang="de-DE" sz="1200" dirty="0" err="1"/>
              <a:t>aken</a:t>
            </a:r>
            <a:r>
              <a:rPr lang="de-DE" sz="1200" dirty="0"/>
              <a:t> </a:t>
            </a:r>
            <a:r>
              <a:rPr lang="de-DE" sz="1200" dirty="0" err="1"/>
              <a:t>from</a:t>
            </a:r>
            <a:r>
              <a:rPr lang="de-DE" sz="1200" dirty="0"/>
              <a:t>: Sebastian Kaltenböck: Digitale Unterstützung des Rot Kreuz Projekts „Big Picture“, Masterarbeit Webwissenschaften, 2022</a:t>
            </a:r>
            <a:r>
              <a:rPr lang="de-DE" sz="1200" b="1" dirty="0"/>
              <a:t> </a:t>
            </a:r>
            <a:endParaRPr lang="de-AT" sz="1200" dirty="0"/>
          </a:p>
        </p:txBody>
      </p:sp>
    </p:spTree>
    <p:extLst>
      <p:ext uri="{BB962C8B-B14F-4D97-AF65-F5344CB8AC3E}">
        <p14:creationId xmlns:p14="http://schemas.microsoft.com/office/powerpoint/2010/main" val="35426945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CF201F-13DD-474C-947B-C52633D3D6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138" y="249238"/>
            <a:ext cx="8607144" cy="893762"/>
          </a:xfrm>
        </p:spPr>
        <p:txBody>
          <a:bodyPr/>
          <a:lstStyle/>
          <a:p>
            <a:r>
              <a:rPr lang="de-DE" sz="1800" dirty="0" err="1"/>
              <a:t>Example</a:t>
            </a:r>
            <a:r>
              <a:rPr lang="de-DE" sz="1800" dirty="0"/>
              <a:t> Use Case </a:t>
            </a:r>
            <a:r>
              <a:rPr lang="de-DE" sz="1800" dirty="0" err="1"/>
              <a:t>Diagram</a:t>
            </a:r>
            <a:endParaRPr lang="en-US" sz="1800" dirty="0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37669452-314A-4B3D-8DC0-D9B26951EB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5818" y="996251"/>
            <a:ext cx="5524500" cy="5314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2044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CF201F-13DD-474C-947B-C52633D3D6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138" y="249238"/>
            <a:ext cx="8607144" cy="893762"/>
          </a:xfrm>
        </p:spPr>
        <p:txBody>
          <a:bodyPr/>
          <a:lstStyle/>
          <a:p>
            <a:r>
              <a:rPr lang="de-DE" sz="1800" dirty="0" err="1"/>
              <a:t>Example</a:t>
            </a:r>
            <a:r>
              <a:rPr lang="de-DE" sz="1800" dirty="0"/>
              <a:t> Web Model</a:t>
            </a:r>
            <a:endParaRPr lang="en-US" sz="1800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A3E28BBA-562F-4EE8-98B4-307DC565EDD8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814965" y="1143000"/>
            <a:ext cx="6249035" cy="4514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6183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CF201F-13DD-474C-947B-C52633D3D6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138" y="249238"/>
            <a:ext cx="8607144" cy="893762"/>
          </a:xfrm>
        </p:spPr>
        <p:txBody>
          <a:bodyPr/>
          <a:lstStyle/>
          <a:p>
            <a:r>
              <a:rPr lang="de-DE" sz="1800" dirty="0"/>
              <a:t>Method / </a:t>
            </a:r>
            <a:r>
              <a:rPr lang="de-DE" sz="1800" dirty="0" err="1"/>
              <a:t>Process</a:t>
            </a:r>
            <a:r>
              <a:rPr lang="de-DE" sz="1800" dirty="0"/>
              <a:t> </a:t>
            </a:r>
            <a:r>
              <a:rPr lang="de-DE" sz="1800" dirty="0" err="1"/>
              <a:t>of</a:t>
            </a:r>
            <a:r>
              <a:rPr lang="de-DE" sz="1800" dirty="0"/>
              <a:t> Work</a:t>
            </a:r>
            <a:endParaRPr lang="en-US" sz="1800" dirty="0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15001030-FAE1-48B2-920E-46EE745414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2011" y="1327647"/>
            <a:ext cx="8506267" cy="4970463"/>
          </a:xfrm>
        </p:spPr>
        <p:txBody>
          <a:bodyPr/>
          <a:lstStyle/>
          <a:p>
            <a:r>
              <a:rPr lang="de-DE" sz="1600" b="1" dirty="0" err="1"/>
              <a:t>Deliverables</a:t>
            </a:r>
            <a:endParaRPr lang="de-DE" sz="1600" b="1" dirty="0"/>
          </a:p>
          <a:p>
            <a:pPr lvl="1"/>
            <a:r>
              <a:rPr lang="de-DE" sz="1400" dirty="0"/>
              <a:t>½ </a:t>
            </a:r>
            <a:r>
              <a:rPr lang="de-DE" sz="1400" dirty="0" err="1"/>
              <a:t>page</a:t>
            </a:r>
            <a:r>
              <a:rPr lang="de-DE" sz="1400" dirty="0"/>
              <a:t> </a:t>
            </a:r>
            <a:r>
              <a:rPr lang="de-DE" sz="1400" dirty="0" err="1"/>
              <a:t>aim</a:t>
            </a:r>
            <a:r>
              <a:rPr lang="de-DE" sz="1400" dirty="0"/>
              <a:t> and </a:t>
            </a:r>
            <a:r>
              <a:rPr lang="de-DE" sz="1400" dirty="0" err="1"/>
              <a:t>working</a:t>
            </a:r>
            <a:r>
              <a:rPr lang="de-DE" sz="1400" dirty="0"/>
              <a:t> plan =&gt; D1</a:t>
            </a:r>
          </a:p>
          <a:p>
            <a:pPr lvl="1"/>
            <a:r>
              <a:rPr lang="de-DE" sz="1400" dirty="0" err="1"/>
              <a:t>Requirement</a:t>
            </a:r>
            <a:r>
              <a:rPr lang="de-DE" sz="1400" dirty="0"/>
              <a:t> </a:t>
            </a:r>
            <a:r>
              <a:rPr lang="de-DE" sz="1400" dirty="0" err="1"/>
              <a:t>document</a:t>
            </a:r>
            <a:r>
              <a:rPr lang="de-DE" sz="1400" dirty="0"/>
              <a:t> inkl. </a:t>
            </a:r>
            <a:r>
              <a:rPr lang="de-DE" sz="1400" dirty="0" err="1"/>
              <a:t>scenario</a:t>
            </a:r>
            <a:r>
              <a:rPr lang="de-DE" sz="1400" dirty="0"/>
              <a:t>(s) and </a:t>
            </a:r>
            <a:r>
              <a:rPr lang="de-DE" sz="1400" dirty="0" err="1"/>
              <a:t>evaluation</a:t>
            </a:r>
            <a:r>
              <a:rPr lang="de-DE" sz="1400" dirty="0"/>
              <a:t> </a:t>
            </a:r>
            <a:r>
              <a:rPr lang="de-DE" sz="1400" dirty="0" err="1"/>
              <a:t>data</a:t>
            </a:r>
            <a:r>
              <a:rPr lang="de-DE" sz="1400" dirty="0"/>
              <a:t> =&gt; D2</a:t>
            </a:r>
          </a:p>
          <a:p>
            <a:pPr lvl="1"/>
            <a:r>
              <a:rPr lang="de-DE" sz="1400" dirty="0"/>
              <a:t>Concept and design </a:t>
            </a:r>
            <a:r>
              <a:rPr lang="de-DE" sz="1400" dirty="0" err="1"/>
              <a:t>results</a:t>
            </a:r>
            <a:r>
              <a:rPr lang="de-DE" sz="1400" dirty="0"/>
              <a:t> (</a:t>
            </a:r>
            <a:r>
              <a:rPr lang="de-DE" sz="1400" dirty="0" err="1"/>
              <a:t>models</a:t>
            </a:r>
            <a:r>
              <a:rPr lang="de-DE" sz="1400" dirty="0"/>
              <a:t>, </a:t>
            </a:r>
            <a:r>
              <a:rPr lang="de-DE" sz="1400" dirty="0" err="1"/>
              <a:t>achitecture</a:t>
            </a:r>
            <a:r>
              <a:rPr lang="de-DE" sz="1400" dirty="0"/>
              <a:t>, </a:t>
            </a:r>
            <a:r>
              <a:rPr lang="de-DE" sz="1400" dirty="0" err="1"/>
              <a:t>MockUps</a:t>
            </a:r>
            <a:r>
              <a:rPr lang="de-DE" sz="1400" dirty="0"/>
              <a:t>, etc.) =&gt; D3</a:t>
            </a:r>
          </a:p>
          <a:p>
            <a:pPr lvl="1"/>
            <a:r>
              <a:rPr lang="de-DE" sz="1400" dirty="0"/>
              <a:t>Demonstration prototype (online </a:t>
            </a:r>
            <a:r>
              <a:rPr lang="de-DE" sz="1400" dirty="0" err="1"/>
              <a:t>accessible</a:t>
            </a:r>
            <a:r>
              <a:rPr lang="de-DE" sz="1400" dirty="0"/>
              <a:t>) =&gt; D4</a:t>
            </a:r>
          </a:p>
          <a:p>
            <a:pPr lvl="1"/>
            <a:r>
              <a:rPr lang="de-DE" sz="1400" dirty="0" err="1"/>
              <a:t>Documentation</a:t>
            </a:r>
            <a:r>
              <a:rPr lang="de-DE" sz="1400" dirty="0"/>
              <a:t> incl. </a:t>
            </a:r>
            <a:r>
              <a:rPr lang="de-DE" sz="1400" dirty="0" err="1"/>
              <a:t>evaluation</a:t>
            </a:r>
            <a:r>
              <a:rPr lang="de-DE" sz="1400" dirty="0"/>
              <a:t> and </a:t>
            </a:r>
            <a:r>
              <a:rPr lang="de-DE" sz="1400" dirty="0" err="1"/>
              <a:t>resumee</a:t>
            </a:r>
            <a:r>
              <a:rPr lang="de-DE" sz="1400" dirty="0"/>
              <a:t> =&gt; D5</a:t>
            </a:r>
          </a:p>
          <a:p>
            <a:pPr marL="457200" lvl="1" indent="0">
              <a:buNone/>
            </a:pPr>
            <a:endParaRPr lang="de-DE" sz="400" b="1" dirty="0"/>
          </a:p>
          <a:p>
            <a:r>
              <a:rPr lang="de-DE" sz="1600" b="1" dirty="0"/>
              <a:t>BAKK </a:t>
            </a:r>
            <a:r>
              <a:rPr lang="de-DE" sz="1600" b="1" dirty="0" err="1"/>
              <a:t>thesis</a:t>
            </a:r>
            <a:endParaRPr lang="de-DE" sz="1600" b="1" dirty="0"/>
          </a:p>
          <a:p>
            <a:pPr lvl="1"/>
            <a:r>
              <a:rPr lang="de-DE" sz="1400" dirty="0"/>
              <a:t>Theory </a:t>
            </a:r>
            <a:r>
              <a:rPr lang="de-DE" sz="1400" dirty="0" err="1"/>
              <a:t>part</a:t>
            </a:r>
            <a:r>
              <a:rPr lang="de-DE" sz="1400" dirty="0"/>
              <a:t>: </a:t>
            </a:r>
            <a:r>
              <a:rPr lang="de-DE" sz="1400" dirty="0" err="1"/>
              <a:t>literature</a:t>
            </a:r>
            <a:r>
              <a:rPr lang="de-DE" sz="1400" dirty="0"/>
              <a:t> review and </a:t>
            </a:r>
            <a:r>
              <a:rPr lang="de-DE" sz="1400" dirty="0" err="1"/>
              <a:t>app</a:t>
            </a:r>
            <a:r>
              <a:rPr lang="de-DE" sz="1400" dirty="0"/>
              <a:t>/</a:t>
            </a:r>
            <a:r>
              <a:rPr lang="de-DE" sz="1400" dirty="0" err="1"/>
              <a:t>technical</a:t>
            </a:r>
            <a:r>
              <a:rPr lang="de-DE" sz="1400" dirty="0"/>
              <a:t> </a:t>
            </a:r>
            <a:r>
              <a:rPr lang="de-DE" sz="1400" dirty="0" err="1"/>
              <a:t>evaluations</a:t>
            </a:r>
            <a:endParaRPr lang="de-DE" sz="1400" dirty="0"/>
          </a:p>
          <a:p>
            <a:pPr lvl="1"/>
            <a:r>
              <a:rPr lang="de-DE" sz="1400" dirty="0" err="1"/>
              <a:t>Approx</a:t>
            </a:r>
            <a:r>
              <a:rPr lang="de-DE" sz="1400" dirty="0"/>
              <a:t>. 50 </a:t>
            </a:r>
            <a:r>
              <a:rPr lang="de-DE" sz="1400" dirty="0" err="1"/>
              <a:t>pages</a:t>
            </a:r>
            <a:r>
              <a:rPr lang="de-DE" sz="1400" dirty="0"/>
              <a:t> – BUT </a:t>
            </a:r>
            <a:r>
              <a:rPr lang="de-DE" sz="1400" dirty="0" err="1"/>
              <a:t>dependent</a:t>
            </a:r>
            <a:r>
              <a:rPr lang="de-DE" sz="1400" dirty="0"/>
              <a:t> on </a:t>
            </a:r>
            <a:r>
              <a:rPr lang="de-DE" sz="1400" dirty="0" err="1"/>
              <a:t>content</a:t>
            </a:r>
            <a:r>
              <a:rPr lang="de-DE" sz="1400" dirty="0"/>
              <a:t> and </a:t>
            </a:r>
            <a:r>
              <a:rPr lang="de-DE" sz="1400" dirty="0" err="1"/>
              <a:t>completeness</a:t>
            </a:r>
            <a:r>
              <a:rPr lang="de-DE" sz="1400" dirty="0"/>
              <a:t> </a:t>
            </a:r>
            <a:r>
              <a:rPr lang="de-DE" sz="1400" dirty="0" err="1"/>
              <a:t>of</a:t>
            </a:r>
            <a:r>
              <a:rPr lang="de-DE" sz="1400" dirty="0"/>
              <a:t> </a:t>
            </a:r>
            <a:r>
              <a:rPr lang="de-DE" sz="1400" dirty="0" err="1"/>
              <a:t>documentation</a:t>
            </a:r>
            <a:r>
              <a:rPr lang="de-DE" sz="1400" dirty="0"/>
              <a:t> </a:t>
            </a:r>
          </a:p>
          <a:p>
            <a:pPr lvl="1"/>
            <a:r>
              <a:rPr lang="de-DE" sz="1400" dirty="0"/>
              <a:t>Table </a:t>
            </a:r>
            <a:r>
              <a:rPr lang="de-DE" sz="1400" dirty="0" err="1"/>
              <a:t>of</a:t>
            </a:r>
            <a:r>
              <a:rPr lang="de-DE" sz="1400" dirty="0"/>
              <a:t> Content (</a:t>
            </a:r>
            <a:r>
              <a:rPr lang="de-DE" sz="1400" dirty="0" err="1"/>
              <a:t>ToC</a:t>
            </a:r>
            <a:r>
              <a:rPr lang="de-DE" sz="1400" dirty="0"/>
              <a:t>): </a:t>
            </a:r>
            <a:r>
              <a:rPr lang="de-DE" sz="1400" dirty="0" err="1"/>
              <a:t>introduction</a:t>
            </a:r>
            <a:r>
              <a:rPr lang="de-DE" sz="1400" dirty="0"/>
              <a:t>/</a:t>
            </a:r>
            <a:r>
              <a:rPr lang="de-DE" sz="1400" dirty="0" err="1"/>
              <a:t>motivation</a:t>
            </a:r>
            <a:r>
              <a:rPr lang="de-DE" sz="1400" dirty="0"/>
              <a:t>, </a:t>
            </a:r>
            <a:r>
              <a:rPr lang="de-DE" sz="1400" dirty="0" err="1"/>
              <a:t>task</a:t>
            </a:r>
            <a:r>
              <a:rPr lang="de-DE" sz="1400" dirty="0"/>
              <a:t> </a:t>
            </a:r>
            <a:r>
              <a:rPr lang="de-DE" sz="1400" dirty="0" err="1"/>
              <a:t>description</a:t>
            </a:r>
            <a:r>
              <a:rPr lang="de-DE" sz="1400" dirty="0"/>
              <a:t> (</a:t>
            </a:r>
            <a:r>
              <a:rPr lang="de-DE" sz="1400" dirty="0" err="1"/>
              <a:t>requ</a:t>
            </a:r>
            <a:r>
              <a:rPr lang="de-DE" sz="1400" dirty="0"/>
              <a:t>. </a:t>
            </a:r>
            <a:r>
              <a:rPr lang="de-DE" sz="1400" dirty="0" err="1"/>
              <a:t>analysis</a:t>
            </a:r>
            <a:r>
              <a:rPr lang="de-DE" sz="1400" dirty="0"/>
              <a:t>), </a:t>
            </a:r>
            <a:r>
              <a:rPr lang="de-DE" sz="1400" dirty="0" err="1"/>
              <a:t>related</a:t>
            </a:r>
            <a:r>
              <a:rPr lang="de-DE" sz="1400" dirty="0"/>
              <a:t> </a:t>
            </a:r>
            <a:r>
              <a:rPr lang="de-DE" sz="1400" dirty="0" err="1"/>
              <a:t>work</a:t>
            </a:r>
            <a:r>
              <a:rPr lang="de-DE" sz="1400" dirty="0"/>
              <a:t>, </a:t>
            </a:r>
            <a:r>
              <a:rPr lang="de-DE" sz="1400" dirty="0" err="1"/>
              <a:t>concept</a:t>
            </a:r>
            <a:r>
              <a:rPr lang="de-DE" sz="1400" dirty="0"/>
              <a:t> &amp; </a:t>
            </a:r>
            <a:r>
              <a:rPr lang="de-DE" sz="1400" dirty="0" err="1"/>
              <a:t>technical</a:t>
            </a:r>
            <a:r>
              <a:rPr lang="de-DE" sz="1400" dirty="0"/>
              <a:t> </a:t>
            </a:r>
            <a:r>
              <a:rPr lang="de-DE" sz="1400" dirty="0" err="1"/>
              <a:t>documentation</a:t>
            </a:r>
            <a:r>
              <a:rPr lang="de-DE" sz="1400" dirty="0"/>
              <a:t> (</a:t>
            </a:r>
            <a:r>
              <a:rPr lang="de-DE" sz="1400" dirty="0" err="1"/>
              <a:t>including</a:t>
            </a:r>
            <a:r>
              <a:rPr lang="de-DE" sz="1400" dirty="0"/>
              <a:t> </a:t>
            </a:r>
            <a:r>
              <a:rPr lang="de-DE" sz="1400" dirty="0" err="1"/>
              <a:t>installation</a:t>
            </a:r>
            <a:r>
              <a:rPr lang="de-DE" sz="1400" dirty="0"/>
              <a:t> </a:t>
            </a:r>
            <a:r>
              <a:rPr lang="de-DE" sz="1400" dirty="0" err="1"/>
              <a:t>guide</a:t>
            </a:r>
            <a:r>
              <a:rPr lang="de-DE" sz="1400" dirty="0"/>
              <a:t>), </a:t>
            </a:r>
            <a:r>
              <a:rPr lang="de-DE" sz="1400" dirty="0" err="1"/>
              <a:t>user</a:t>
            </a:r>
            <a:r>
              <a:rPr lang="de-DE" sz="1400" dirty="0"/>
              <a:t> </a:t>
            </a:r>
            <a:r>
              <a:rPr lang="de-DE" sz="1400" dirty="0" err="1"/>
              <a:t>documentation</a:t>
            </a:r>
            <a:r>
              <a:rPr lang="de-DE" sz="1400" dirty="0"/>
              <a:t> (</a:t>
            </a:r>
            <a:r>
              <a:rPr lang="de-DE" sz="1400" dirty="0" err="1"/>
              <a:t>screenshots</a:t>
            </a:r>
            <a:r>
              <a:rPr lang="de-DE" sz="1400" dirty="0"/>
              <a:t>), </a:t>
            </a:r>
            <a:r>
              <a:rPr lang="de-DE" sz="1400" dirty="0" err="1"/>
              <a:t>evaluation</a:t>
            </a:r>
            <a:r>
              <a:rPr lang="de-DE" sz="1400" dirty="0"/>
              <a:t>, </a:t>
            </a:r>
            <a:r>
              <a:rPr lang="de-DE" sz="1400" dirty="0" err="1"/>
              <a:t>sum</a:t>
            </a:r>
            <a:r>
              <a:rPr lang="de-DE" sz="1400" dirty="0"/>
              <a:t> </a:t>
            </a:r>
            <a:r>
              <a:rPr lang="de-DE" sz="1400" dirty="0" err="1"/>
              <a:t>up</a:t>
            </a:r>
            <a:r>
              <a:rPr lang="de-DE" sz="1400" dirty="0"/>
              <a:t> and </a:t>
            </a:r>
            <a:r>
              <a:rPr lang="de-DE" sz="1400" dirty="0" err="1"/>
              <a:t>resume</a:t>
            </a:r>
            <a:endParaRPr lang="de-DE" sz="1400" dirty="0"/>
          </a:p>
          <a:p>
            <a:endParaRPr lang="de-DE" sz="400" b="1" dirty="0"/>
          </a:p>
          <a:p>
            <a:r>
              <a:rPr lang="de-DE" sz="1600" b="1" dirty="0"/>
              <a:t>Project </a:t>
            </a:r>
            <a:r>
              <a:rPr lang="de-DE" sz="1600" b="1" dirty="0" err="1"/>
              <a:t>documentation</a:t>
            </a:r>
            <a:endParaRPr lang="de-DE" sz="1600" b="1" dirty="0"/>
          </a:p>
          <a:p>
            <a:pPr lvl="1"/>
            <a:r>
              <a:rPr lang="de-DE" sz="1400" dirty="0"/>
              <a:t>Table </a:t>
            </a:r>
            <a:r>
              <a:rPr lang="de-DE" sz="1400" dirty="0" err="1"/>
              <a:t>of</a:t>
            </a:r>
            <a:r>
              <a:rPr lang="de-DE" sz="1400" dirty="0"/>
              <a:t> Content (</a:t>
            </a:r>
            <a:r>
              <a:rPr lang="de-DE" sz="1400" dirty="0" err="1"/>
              <a:t>ToC</a:t>
            </a:r>
            <a:r>
              <a:rPr lang="de-DE" sz="1400" dirty="0"/>
              <a:t>): </a:t>
            </a:r>
            <a:r>
              <a:rPr lang="de-DE" sz="1400" dirty="0" err="1"/>
              <a:t>short</a:t>
            </a:r>
            <a:r>
              <a:rPr lang="de-DE" sz="1400" dirty="0"/>
              <a:t> </a:t>
            </a:r>
            <a:r>
              <a:rPr lang="de-DE" sz="1400" dirty="0" err="1"/>
              <a:t>introduction</a:t>
            </a:r>
            <a:r>
              <a:rPr lang="de-DE" sz="1400" dirty="0"/>
              <a:t>, t</a:t>
            </a:r>
            <a:r>
              <a:rPr lang="en-US" sz="1400" dirty="0"/>
              <a:t>ask description (</a:t>
            </a:r>
            <a:r>
              <a:rPr lang="en-US" sz="1400" dirty="0" err="1"/>
              <a:t>requ</a:t>
            </a:r>
            <a:r>
              <a:rPr lang="en-US" sz="1400" dirty="0"/>
              <a:t>. analysis), (related work), (app/technique evaluation), concept &amp; technical documentation (including installation guide), user documentation, evaluation, sum up and resume</a:t>
            </a:r>
            <a:endParaRPr lang="de-DE" sz="1400" b="1" dirty="0"/>
          </a:p>
          <a:p>
            <a:endParaRPr lang="de-DE" sz="400" b="1" dirty="0"/>
          </a:p>
          <a:p>
            <a:r>
              <a:rPr lang="de-DE" sz="1600" b="1" dirty="0"/>
              <a:t>Project </a:t>
            </a:r>
            <a:r>
              <a:rPr lang="de-DE" sz="1600" b="1" dirty="0" err="1"/>
              <a:t>Presentation</a:t>
            </a:r>
            <a:endParaRPr lang="de-DE" sz="1600" b="1" dirty="0"/>
          </a:p>
          <a:p>
            <a:pPr lvl="1"/>
            <a:r>
              <a:rPr lang="de-DE" sz="1400" dirty="0"/>
              <a:t>Deploy, </a:t>
            </a:r>
            <a:r>
              <a:rPr lang="de-DE" sz="1400" dirty="0" err="1"/>
              <a:t>Presentation</a:t>
            </a:r>
            <a:r>
              <a:rPr lang="de-DE" sz="1400" dirty="0"/>
              <a:t>, Video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235506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15001030-FAE1-48B2-920E-46EE745414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073" y="1175116"/>
            <a:ext cx="8669928" cy="4970463"/>
          </a:xfrm>
          <a:ln>
            <a:noFill/>
          </a:ln>
        </p:spPr>
        <p:txBody>
          <a:bodyPr/>
          <a:lstStyle/>
          <a:p>
            <a:pPr marL="0" indent="0">
              <a:buNone/>
            </a:pPr>
            <a:r>
              <a:rPr lang="de-DE" sz="1600" b="1" dirty="0" err="1">
                <a:solidFill>
                  <a:srgbClr val="1F497D"/>
                </a:solidFill>
              </a:rPr>
              <a:t>Volunteer</a:t>
            </a:r>
            <a:r>
              <a:rPr lang="de-DE" sz="1600" b="1" dirty="0">
                <a:solidFill>
                  <a:srgbClr val="1F497D"/>
                </a:solidFill>
              </a:rPr>
              <a:t> Domain =&gt; Project </a:t>
            </a:r>
            <a:r>
              <a:rPr lang="de-DE" sz="1600" b="1" dirty="0" err="1">
                <a:solidFill>
                  <a:srgbClr val="1F497D"/>
                </a:solidFill>
              </a:rPr>
              <a:t>CIvolunteer</a:t>
            </a:r>
            <a:endParaRPr lang="de-DE" sz="1600" b="1" dirty="0">
              <a:solidFill>
                <a:srgbClr val="1F497D"/>
              </a:solidFill>
            </a:endParaRPr>
          </a:p>
          <a:p>
            <a:r>
              <a:rPr lang="de-DE" sz="1600" dirty="0" err="1">
                <a:solidFill>
                  <a:srgbClr val="1F497D"/>
                </a:solidFill>
              </a:rPr>
              <a:t>Dialogue</a:t>
            </a:r>
            <a:r>
              <a:rPr lang="de-DE" sz="1600" dirty="0">
                <a:solidFill>
                  <a:srgbClr val="1F497D"/>
                </a:solidFill>
              </a:rPr>
              <a:t>/</a:t>
            </a:r>
            <a:r>
              <a:rPr lang="de-DE" sz="1600" dirty="0" err="1">
                <a:solidFill>
                  <a:srgbClr val="1F497D"/>
                </a:solidFill>
              </a:rPr>
              <a:t>Negotiation</a:t>
            </a:r>
            <a:r>
              <a:rPr lang="de-DE" sz="1600" dirty="0">
                <a:solidFill>
                  <a:srgbClr val="1F497D"/>
                </a:solidFill>
              </a:rPr>
              <a:t> </a:t>
            </a:r>
            <a:r>
              <a:rPr lang="de-DE" sz="1600" dirty="0" err="1">
                <a:solidFill>
                  <a:srgbClr val="1F497D"/>
                </a:solidFill>
              </a:rPr>
              <a:t>Visualization</a:t>
            </a:r>
            <a:r>
              <a:rPr lang="de-DE" sz="1600" dirty="0">
                <a:solidFill>
                  <a:srgbClr val="1F497D"/>
                </a:solidFill>
              </a:rPr>
              <a:t> </a:t>
            </a:r>
            <a:r>
              <a:rPr lang="en-US" sz="1600" dirty="0">
                <a:solidFill>
                  <a:srgbClr val="00B050"/>
                </a:solidFill>
              </a:rPr>
              <a:t>=&gt; Ricarda HUMER</a:t>
            </a:r>
            <a:endParaRPr lang="en-US" sz="1600" dirty="0">
              <a:solidFill>
                <a:srgbClr val="1F497D"/>
              </a:solidFill>
            </a:endParaRPr>
          </a:p>
          <a:p>
            <a:r>
              <a:rPr lang="en-US" sz="1600" b="1" dirty="0" err="1">
                <a:solidFill>
                  <a:srgbClr val="1F497D"/>
                </a:solidFill>
              </a:rPr>
              <a:t>Reveiling</a:t>
            </a:r>
            <a:r>
              <a:rPr lang="en-US" sz="1600" b="1" dirty="0">
                <a:solidFill>
                  <a:srgbClr val="1F497D"/>
                </a:solidFill>
              </a:rPr>
              <a:t> Volunteer Platform Heterogeneities</a:t>
            </a:r>
          </a:p>
          <a:p>
            <a:pPr lvl="1"/>
            <a:r>
              <a:rPr lang="en-US" sz="1400" dirty="0">
                <a:solidFill>
                  <a:srgbClr val="1F497D"/>
                </a:solidFill>
              </a:rPr>
              <a:t>1) Focus Interactive Diagrams </a:t>
            </a:r>
            <a:r>
              <a:rPr lang="en-US" sz="1400" dirty="0">
                <a:solidFill>
                  <a:srgbClr val="FFC000"/>
                </a:solidFill>
              </a:rPr>
              <a:t>– open topic</a:t>
            </a:r>
            <a:endParaRPr lang="en-US" sz="1400" dirty="0">
              <a:solidFill>
                <a:srgbClr val="1F497D"/>
              </a:solidFill>
            </a:endParaRPr>
          </a:p>
          <a:p>
            <a:pPr lvl="1"/>
            <a:r>
              <a:rPr lang="en-US" sz="1400" dirty="0">
                <a:solidFill>
                  <a:srgbClr val="1F497D"/>
                </a:solidFill>
              </a:rPr>
              <a:t>2) Focus Crawling (for AI) </a:t>
            </a:r>
            <a:r>
              <a:rPr lang="en-US" sz="1400" dirty="0">
                <a:solidFill>
                  <a:srgbClr val="FFC000"/>
                </a:solidFill>
              </a:rPr>
              <a:t>– open topic</a:t>
            </a:r>
          </a:p>
          <a:p>
            <a:r>
              <a:rPr lang="de-DE" sz="1600" dirty="0">
                <a:solidFill>
                  <a:srgbClr val="1F497D"/>
                </a:solidFill>
              </a:rPr>
              <a:t>LLM-</a:t>
            </a:r>
            <a:r>
              <a:rPr lang="de-DE" sz="1600" dirty="0" err="1">
                <a:solidFill>
                  <a:srgbClr val="1F497D"/>
                </a:solidFill>
              </a:rPr>
              <a:t>based</a:t>
            </a:r>
            <a:r>
              <a:rPr lang="de-DE" sz="1600" dirty="0">
                <a:solidFill>
                  <a:srgbClr val="1F497D"/>
                </a:solidFill>
              </a:rPr>
              <a:t> Organisation </a:t>
            </a:r>
            <a:r>
              <a:rPr lang="de-DE" sz="1600" dirty="0" err="1">
                <a:solidFill>
                  <a:srgbClr val="1F497D"/>
                </a:solidFill>
              </a:rPr>
              <a:t>Recommender</a:t>
            </a:r>
            <a:r>
              <a:rPr lang="de-DE" sz="1600" dirty="0">
                <a:solidFill>
                  <a:srgbClr val="1F497D"/>
                </a:solidFill>
              </a:rPr>
              <a:t> </a:t>
            </a:r>
            <a:r>
              <a:rPr lang="de-DE" sz="1600" dirty="0">
                <a:solidFill>
                  <a:srgbClr val="00B050"/>
                </a:solidFill>
              </a:rPr>
              <a:t>=&gt; Richard HOANG</a:t>
            </a:r>
            <a:endParaRPr lang="de-DE" sz="1600" strike="sngStrike" dirty="0">
              <a:solidFill>
                <a:srgbClr val="00B050"/>
              </a:solidFill>
            </a:endParaRPr>
          </a:p>
          <a:p>
            <a:r>
              <a:rPr lang="de-DE" sz="1600" dirty="0">
                <a:solidFill>
                  <a:srgbClr val="1F497D"/>
                </a:solidFill>
              </a:rPr>
              <a:t>„Model-</a:t>
            </a:r>
            <a:r>
              <a:rPr lang="de-DE" sz="1600" dirty="0" err="1">
                <a:solidFill>
                  <a:srgbClr val="1F497D"/>
                </a:solidFill>
              </a:rPr>
              <a:t>based</a:t>
            </a:r>
            <a:r>
              <a:rPr lang="de-DE" sz="1600" dirty="0">
                <a:solidFill>
                  <a:srgbClr val="1F497D"/>
                </a:solidFill>
              </a:rPr>
              <a:t>“-Generation </a:t>
            </a:r>
            <a:r>
              <a:rPr lang="de-DE" sz="1600" dirty="0" err="1">
                <a:solidFill>
                  <a:srgbClr val="1F497D"/>
                </a:solidFill>
              </a:rPr>
              <a:t>of</a:t>
            </a:r>
            <a:r>
              <a:rPr lang="de-DE" sz="1600" dirty="0">
                <a:solidFill>
                  <a:srgbClr val="1F497D"/>
                </a:solidFill>
              </a:rPr>
              <a:t> Web-Pages </a:t>
            </a:r>
            <a:r>
              <a:rPr lang="de-DE" sz="1600" dirty="0">
                <a:solidFill>
                  <a:srgbClr val="00B050"/>
                </a:solidFill>
              </a:rPr>
              <a:t>=&gt; Philipp RIENER</a:t>
            </a:r>
          </a:p>
          <a:p>
            <a:r>
              <a:rPr lang="de-DE" sz="1600" dirty="0" err="1">
                <a:solidFill>
                  <a:srgbClr val="1F497D"/>
                </a:solidFill>
              </a:rPr>
              <a:t>Stepwise</a:t>
            </a:r>
            <a:r>
              <a:rPr lang="de-DE" sz="1600" dirty="0">
                <a:solidFill>
                  <a:srgbClr val="1F497D"/>
                </a:solidFill>
              </a:rPr>
              <a:t> Onboarding </a:t>
            </a:r>
            <a:r>
              <a:rPr lang="de-DE" sz="1600" dirty="0">
                <a:solidFill>
                  <a:srgbClr val="00B050"/>
                </a:solidFill>
              </a:rPr>
              <a:t>=&gt; Isabella DRÖSCHER</a:t>
            </a:r>
            <a:endParaRPr lang="de-DE" sz="1600" dirty="0">
              <a:solidFill>
                <a:srgbClr val="1F497D"/>
              </a:solidFill>
            </a:endParaRPr>
          </a:p>
          <a:p>
            <a:r>
              <a:rPr lang="de-DE" sz="1600" dirty="0">
                <a:solidFill>
                  <a:srgbClr val="1F497D"/>
                </a:solidFill>
              </a:rPr>
              <a:t>Data Space </a:t>
            </a:r>
            <a:r>
              <a:rPr lang="de-DE" sz="1600" dirty="0" err="1">
                <a:solidFill>
                  <a:srgbClr val="1F497D"/>
                </a:solidFill>
              </a:rPr>
              <a:t>for</a:t>
            </a:r>
            <a:r>
              <a:rPr lang="de-DE" sz="1600" dirty="0">
                <a:solidFill>
                  <a:srgbClr val="1F497D"/>
                </a:solidFill>
              </a:rPr>
              <a:t> </a:t>
            </a:r>
            <a:r>
              <a:rPr lang="de-DE" sz="1600" dirty="0" err="1">
                <a:solidFill>
                  <a:srgbClr val="1F497D"/>
                </a:solidFill>
              </a:rPr>
              <a:t>Volunteering</a:t>
            </a:r>
            <a:r>
              <a:rPr lang="de-DE" sz="1600" dirty="0">
                <a:solidFill>
                  <a:srgbClr val="00B050"/>
                </a:solidFill>
              </a:rPr>
              <a:t> =&gt; Alvaro JUAN GOMEZ (MA)</a:t>
            </a:r>
            <a:endParaRPr lang="de-DE" sz="1600" dirty="0">
              <a:solidFill>
                <a:srgbClr val="1F497D"/>
              </a:solidFill>
            </a:endParaRPr>
          </a:p>
          <a:p>
            <a:r>
              <a:rPr lang="de-DE" sz="1600" b="1" dirty="0">
                <a:solidFill>
                  <a:srgbClr val="1F497D"/>
                </a:solidFill>
              </a:rPr>
              <a:t>Text Generation </a:t>
            </a:r>
            <a:r>
              <a:rPr lang="de-DE" sz="1600" dirty="0" err="1">
                <a:solidFill>
                  <a:srgbClr val="1F497D"/>
                </a:solidFill>
              </a:rPr>
              <a:t>from</a:t>
            </a:r>
            <a:r>
              <a:rPr lang="de-DE" sz="1600" dirty="0">
                <a:solidFill>
                  <a:srgbClr val="1F497D"/>
                </a:solidFill>
              </a:rPr>
              <a:t> Structured Data in </a:t>
            </a:r>
            <a:r>
              <a:rPr lang="de-DE" sz="1600" dirty="0" err="1">
                <a:solidFill>
                  <a:srgbClr val="1F497D"/>
                </a:solidFill>
              </a:rPr>
              <a:t>the</a:t>
            </a:r>
            <a:r>
              <a:rPr lang="de-DE" sz="1600" dirty="0">
                <a:solidFill>
                  <a:srgbClr val="1F497D"/>
                </a:solidFill>
              </a:rPr>
              <a:t> </a:t>
            </a:r>
            <a:r>
              <a:rPr lang="de-DE" sz="1600" dirty="0" err="1">
                <a:solidFill>
                  <a:srgbClr val="1F497D"/>
                </a:solidFill>
              </a:rPr>
              <a:t>Volunteer</a:t>
            </a:r>
            <a:r>
              <a:rPr lang="de-DE" sz="1600" dirty="0">
                <a:solidFill>
                  <a:srgbClr val="1F497D"/>
                </a:solidFill>
              </a:rPr>
              <a:t> Domain</a:t>
            </a:r>
          </a:p>
          <a:p>
            <a:r>
              <a:rPr lang="en-US" sz="1600" dirty="0">
                <a:solidFill>
                  <a:srgbClr val="1F497D"/>
                </a:solidFill>
              </a:rPr>
              <a:t>Graph Database(s) for Community Issues </a:t>
            </a:r>
            <a:r>
              <a:rPr lang="de-DE" sz="1600" dirty="0">
                <a:solidFill>
                  <a:srgbClr val="00B050"/>
                </a:solidFill>
              </a:rPr>
              <a:t>=&gt; Sebastian WINDSPERGER (MA)</a:t>
            </a:r>
            <a:endParaRPr lang="en-US" sz="1600" dirty="0">
              <a:solidFill>
                <a:srgbClr val="00B050"/>
              </a:solidFill>
            </a:endParaRPr>
          </a:p>
          <a:p>
            <a:r>
              <a:rPr lang="en-US" sz="1600" b="1" dirty="0">
                <a:solidFill>
                  <a:srgbClr val="1F497D"/>
                </a:solidFill>
              </a:rPr>
              <a:t>User Interfaces for Volunteer Tasks: Search/Filter/Recommend </a:t>
            </a:r>
            <a:r>
              <a:rPr lang="en-US" sz="1600" dirty="0">
                <a:solidFill>
                  <a:srgbClr val="FFC000"/>
                </a:solidFill>
              </a:rPr>
              <a:t>– open topic </a:t>
            </a:r>
            <a:r>
              <a:rPr lang="en-US" sz="1600" dirty="0">
                <a:solidFill>
                  <a:srgbClr val="1F497D"/>
                </a:solidFill>
              </a:rPr>
              <a:t>(needs literature work to start with)</a:t>
            </a:r>
          </a:p>
          <a:p>
            <a:r>
              <a:rPr lang="en-US" sz="1600" strike="sngStrike" dirty="0">
                <a:solidFill>
                  <a:srgbClr val="1F497D"/>
                </a:solidFill>
              </a:rPr>
              <a:t>(Personalization in LLMs)</a:t>
            </a:r>
          </a:p>
          <a:p>
            <a:r>
              <a:rPr lang="en-US" sz="1600" b="1" dirty="0">
                <a:solidFill>
                  <a:srgbClr val="1F497D"/>
                </a:solidFill>
              </a:rPr>
              <a:t>Competency Chatbot </a:t>
            </a:r>
            <a:r>
              <a:rPr lang="en-US" sz="1600" dirty="0">
                <a:solidFill>
                  <a:srgbClr val="00B050"/>
                </a:solidFill>
              </a:rPr>
              <a:t>=&gt; Florian WEIGELT</a:t>
            </a:r>
            <a:endParaRPr lang="en-US" sz="1600" dirty="0">
              <a:solidFill>
                <a:srgbClr val="1F497D"/>
              </a:solidFill>
            </a:endParaRPr>
          </a:p>
          <a:p>
            <a:endParaRPr lang="en-US" sz="1600" dirty="0">
              <a:solidFill>
                <a:srgbClr val="1F497D"/>
              </a:solidFill>
            </a:endParaRPr>
          </a:p>
          <a:p>
            <a:pPr marL="0" indent="0">
              <a:buNone/>
            </a:pPr>
            <a:r>
              <a:rPr lang="en-US" sz="1600" b="1" dirty="0">
                <a:solidFill>
                  <a:srgbClr val="1F497D"/>
                </a:solidFill>
              </a:rPr>
              <a:t>Traffic Situation Awareness Domain </a:t>
            </a:r>
            <a:r>
              <a:rPr lang="de-DE" sz="1600" b="1" dirty="0">
                <a:solidFill>
                  <a:srgbClr val="1F497D"/>
                </a:solidFill>
              </a:rPr>
              <a:t>=&gt; Project </a:t>
            </a:r>
            <a:r>
              <a:rPr lang="de-DE" sz="1600" b="1" dirty="0" err="1">
                <a:solidFill>
                  <a:srgbClr val="1F497D"/>
                </a:solidFill>
              </a:rPr>
              <a:t>iReduce</a:t>
            </a:r>
            <a:endParaRPr lang="en-US" sz="1600" dirty="0">
              <a:solidFill>
                <a:srgbClr val="1F497D"/>
              </a:solidFill>
            </a:endParaRPr>
          </a:p>
          <a:p>
            <a:r>
              <a:rPr lang="en-US" sz="1600" dirty="0">
                <a:solidFill>
                  <a:srgbClr val="1F497D"/>
                </a:solidFill>
              </a:rPr>
              <a:t>Analysis of Textual Tickets </a:t>
            </a:r>
            <a:r>
              <a:rPr lang="en-US" sz="1600" dirty="0">
                <a:solidFill>
                  <a:srgbClr val="00B050"/>
                </a:solidFill>
              </a:rPr>
              <a:t>=&gt; Jakob STRÖBITZER</a:t>
            </a:r>
            <a:endParaRPr lang="en-US" sz="1600" strike="sngStrike" dirty="0">
              <a:solidFill>
                <a:srgbClr val="1F497D"/>
              </a:solidFill>
            </a:endParaRPr>
          </a:p>
          <a:p>
            <a:pPr marL="0" indent="0">
              <a:buNone/>
            </a:pPr>
            <a:endParaRPr lang="en-US" sz="1600" dirty="0">
              <a:solidFill>
                <a:srgbClr val="1F497D"/>
              </a:solidFill>
            </a:endParaRPr>
          </a:p>
          <a:p>
            <a:endParaRPr lang="en-US" sz="1600" dirty="0">
              <a:solidFill>
                <a:srgbClr val="1F497D"/>
              </a:solidFill>
            </a:endParaRPr>
          </a:p>
          <a:p>
            <a:endParaRPr lang="de-DE" sz="1600" dirty="0">
              <a:solidFill>
                <a:srgbClr val="1F497D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7FC68AF-ABF2-45B7-B14E-9095777C9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428" y="281354"/>
            <a:ext cx="8607144" cy="893762"/>
          </a:xfrm>
        </p:spPr>
        <p:txBody>
          <a:bodyPr/>
          <a:lstStyle/>
          <a:p>
            <a:r>
              <a:rPr lang="de-DE" sz="1800" dirty="0"/>
              <a:t>Topic </a:t>
            </a:r>
            <a:r>
              <a:rPr lang="de-DE" sz="1800" dirty="0" err="1"/>
              <a:t>Overview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028696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15001030-FAE1-48B2-920E-46EE745414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072" y="1175116"/>
            <a:ext cx="8669928" cy="4970463"/>
          </a:xfrm>
          <a:ln>
            <a:noFill/>
          </a:ln>
        </p:spPr>
        <p:txBody>
          <a:bodyPr/>
          <a:lstStyle/>
          <a:p>
            <a:pPr indent="-285750">
              <a:lnSpc>
                <a:spcPct val="107000"/>
              </a:lnSpc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sz="16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Volunteer Platform Selection and Catalogue of Heterogeneities</a:t>
            </a:r>
            <a:endParaRPr lang="en-US" sz="1600" b="1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sz="1400" dirty="0"/>
              <a:t>Collect an encompassing list of volunteer platforms in Austria and worldwide</a:t>
            </a:r>
          </a:p>
          <a:p>
            <a:pPr lvl="2">
              <a:lnSpc>
                <a:spcPct val="107000"/>
              </a:lnSpc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sz="1200" dirty="0"/>
              <a:t>Austria: there are more than 100 platforms (in German), e.g., </a:t>
            </a:r>
            <a:r>
              <a:rPr lang="en-US" sz="1200" dirty="0">
                <a:hlinkClick r:id="rId3"/>
              </a:rPr>
              <a:t>https://treffpunkt-ehrenamt.at/</a:t>
            </a:r>
            <a:endParaRPr lang="en-US" sz="1200" dirty="0"/>
          </a:p>
          <a:p>
            <a:pPr lvl="2">
              <a:lnSpc>
                <a:spcPct val="107000"/>
              </a:lnSpc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sz="1200" dirty="0"/>
              <a:t>International: e.g. </a:t>
            </a:r>
            <a:r>
              <a:rPr lang="en-US" sz="1200" dirty="0" err="1"/>
              <a:t>BetterImpact</a:t>
            </a:r>
            <a:r>
              <a:rPr lang="en-US" sz="1200" dirty="0"/>
              <a:t>, </a:t>
            </a:r>
            <a:r>
              <a:rPr lang="en-US" sz="1200" dirty="0" err="1"/>
              <a:t>VolunteerMatters</a:t>
            </a:r>
            <a:r>
              <a:rPr lang="en-US" sz="1200" dirty="0"/>
              <a:t> etc.</a:t>
            </a:r>
            <a:endParaRPr lang="en-US" sz="12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sz="14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Design a Catalogue of Heterogeneities =&gt; </a:t>
            </a:r>
            <a:r>
              <a:rPr lang="en-US" sz="14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Mindmap</a:t>
            </a:r>
            <a:endParaRPr lang="en-US" sz="14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2">
              <a:lnSpc>
                <a:spcPct val="107000"/>
              </a:lnSpc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sz="1200" dirty="0">
                <a:ea typeface="Calibri" panose="020F0502020204030204" pitchFamily="34" charset="0"/>
                <a:cs typeface="Times New Roman" panose="02020603050405020304" pitchFamily="18" charset="0"/>
              </a:rPr>
              <a:t>Input idea: MA project </a:t>
            </a:r>
            <a:r>
              <a:rPr lang="en-US" sz="1200" dirty="0" err="1">
                <a:ea typeface="Calibri" panose="020F0502020204030204" pitchFamily="34" charset="0"/>
                <a:cs typeface="Times New Roman" panose="02020603050405020304" pitchFamily="18" charset="0"/>
              </a:rPr>
              <a:t>Alsafa</a:t>
            </a:r>
            <a:r>
              <a:rPr lang="en-US" sz="1200" dirty="0">
                <a:ea typeface="Calibri" panose="020F0502020204030204" pitchFamily="34" charset="0"/>
                <a:cs typeface="Times New Roman" panose="02020603050405020304" pitchFamily="18" charset="0"/>
              </a:rPr>
              <a:t> Neha: first draft of catalog of heterogeneities</a:t>
            </a:r>
          </a:p>
          <a:p>
            <a:pPr lvl="2">
              <a:lnSpc>
                <a:spcPct val="107000"/>
              </a:lnSpc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sz="12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Volunteer profile (competencies, interests, time/location availability etc.), volunteer project/task’s (activity, opportunity) structure and workflow, organization &amp; management (task management, onboarding etc.), community aspects (sharing, cooperation etc.), gamification/</a:t>
            </a:r>
            <a:r>
              <a:rPr lang="en-US" sz="12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goalification</a:t>
            </a:r>
            <a:r>
              <a:rPr lang="en-US" sz="12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etc.</a:t>
            </a:r>
          </a:p>
          <a:p>
            <a:pPr lvl="1">
              <a:lnSpc>
                <a:spcPct val="107000"/>
              </a:lnSpc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sz="1400" dirty="0">
                <a:ea typeface="Calibri" panose="020F0502020204030204" pitchFamily="34" charset="0"/>
                <a:cs typeface="Times New Roman" panose="02020603050405020304" pitchFamily="18" charset="0"/>
              </a:rPr>
              <a:t>Present volunteer platforms: general info, heterogeneities, screenshots</a:t>
            </a:r>
          </a:p>
          <a:p>
            <a:pPr lvl="1">
              <a:lnSpc>
                <a:spcPct val="107000"/>
              </a:lnSpc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sz="14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Provide sum-up table (see HICSS 2016)</a:t>
            </a:r>
            <a:endParaRPr lang="de-DE" sz="1400" b="1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7FC68AF-ABF2-45B7-B14E-9095777C9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428" y="281354"/>
            <a:ext cx="8607144" cy="893762"/>
          </a:xfrm>
        </p:spPr>
        <p:txBody>
          <a:bodyPr/>
          <a:lstStyle/>
          <a:p>
            <a:r>
              <a:rPr lang="en-US" sz="1800" b="1" dirty="0" err="1">
                <a:solidFill>
                  <a:srgbClr val="1F497D"/>
                </a:solidFill>
              </a:rPr>
              <a:t>Reveiling</a:t>
            </a:r>
            <a:r>
              <a:rPr lang="en-US" sz="1800" b="1" dirty="0">
                <a:solidFill>
                  <a:srgbClr val="1F497D"/>
                </a:solidFill>
              </a:rPr>
              <a:t> Volunteer Platform Heterogeneities</a:t>
            </a:r>
            <a:br>
              <a:rPr lang="en-US" sz="1800" b="1" dirty="0">
                <a:solidFill>
                  <a:srgbClr val="1F497D"/>
                </a:solidFill>
              </a:rPr>
            </a:br>
            <a:r>
              <a:rPr lang="en-US" sz="1800" b="1" dirty="0">
                <a:solidFill>
                  <a:srgbClr val="1F497D"/>
                </a:solidFill>
              </a:rPr>
              <a:t>1) </a:t>
            </a:r>
            <a:r>
              <a:rPr lang="en-US" sz="1800" dirty="0">
                <a:solidFill>
                  <a:srgbClr val="1F497D"/>
                </a:solidFill>
              </a:rPr>
              <a:t>Focus Interactive Diagrams – 2) Focus Crawling (for AI)</a:t>
            </a:r>
            <a:endParaRPr lang="en-US" sz="1400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6B61D688-F86F-4B56-B785-E61BEEB8C6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181" y="4195800"/>
            <a:ext cx="2922674" cy="1949779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4C95755A-FF8B-4776-B797-A2F2346D84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20964" y="4063330"/>
            <a:ext cx="4526854" cy="2295474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91D3E7D1-6666-45C2-82C7-24741A9CD232}"/>
              </a:ext>
            </a:extLst>
          </p:cNvPr>
          <p:cNvSpPr txBox="1"/>
          <p:nvPr/>
        </p:nvSpPr>
        <p:spPr>
          <a:xfrm>
            <a:off x="419428" y="6110364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1F497D"/>
                </a:solidFill>
              </a:rPr>
              <a:t>[HICSS 2016 Evaluations of VMS: https://next.faw.jku.at/index.php/s/DHKokkgbZQ8f9xx]</a:t>
            </a:r>
            <a:endParaRPr lang="de-AT" sz="1200" dirty="0"/>
          </a:p>
        </p:txBody>
      </p:sp>
    </p:spTree>
    <p:extLst>
      <p:ext uri="{BB962C8B-B14F-4D97-AF65-F5344CB8AC3E}">
        <p14:creationId xmlns:p14="http://schemas.microsoft.com/office/powerpoint/2010/main" val="6558838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15001030-FAE1-48B2-920E-46EE745414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072" y="1175116"/>
            <a:ext cx="8450119" cy="4970463"/>
          </a:xfrm>
          <a:ln>
            <a:noFill/>
          </a:ln>
        </p:spPr>
        <p:txBody>
          <a:bodyPr/>
          <a:lstStyle/>
          <a:p>
            <a:pPr indent="-285750">
              <a:lnSpc>
                <a:spcPct val="107000"/>
              </a:lnSpc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sz="16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Prototype Application</a:t>
            </a:r>
            <a:r>
              <a:rPr lang="en-US" sz="16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en-US" sz="16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(interactive) visualization of heterogeneities</a:t>
            </a:r>
          </a:p>
          <a:p>
            <a:pPr lvl="1">
              <a:lnSpc>
                <a:spcPct val="107000"/>
              </a:lnSpc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sz="1400" dirty="0">
                <a:ea typeface="Calibri" panose="020F0502020204030204" pitchFamily="34" charset="0"/>
                <a:cs typeface="Times New Roman" panose="02020603050405020304" pitchFamily="18" charset="0"/>
              </a:rPr>
              <a:t>Heterogeneities might be extracted manually - can be stored in e.g., .xml/.</a:t>
            </a:r>
            <a:r>
              <a:rPr lang="en-US" sz="1400" dirty="0" err="1">
                <a:ea typeface="Calibri" panose="020F0502020204030204" pitchFamily="34" charset="0"/>
                <a:cs typeface="Times New Roman" panose="02020603050405020304" pitchFamily="18" charset="0"/>
              </a:rPr>
              <a:t>css</a:t>
            </a:r>
            <a:endParaRPr lang="en-US" sz="14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sz="1400" dirty="0">
                <a:ea typeface="Calibri" panose="020F0502020204030204" pitchFamily="34" charset="0"/>
                <a:cs typeface="Times New Roman" panose="02020603050405020304" pitchFamily="18" charset="0"/>
              </a:rPr>
              <a:t>Diagrams shall visualize interesting aspects of evaluation results, </a:t>
            </a:r>
            <a:r>
              <a:rPr lang="en-US" sz="1400" dirty="0" err="1">
                <a:ea typeface="Calibri" panose="020F0502020204030204" pitchFamily="34" charset="0"/>
                <a:cs typeface="Times New Roman" panose="02020603050405020304" pitchFamily="18" charset="0"/>
              </a:rPr>
              <a:t>eg</a:t>
            </a:r>
            <a:r>
              <a:rPr lang="en-US" sz="1400" dirty="0">
                <a:ea typeface="Calibri" panose="020F0502020204030204" pitchFamily="34" charset="0"/>
                <a:cs typeface="Times New Roman" panose="02020603050405020304" pitchFamily="18" charset="0"/>
              </a:rPr>
              <a:t> does volunteer profile support attribute “interest”, as well as which value list is supported (e.g., sports, animals)</a:t>
            </a:r>
          </a:p>
          <a:p>
            <a:pPr lvl="2">
              <a:lnSpc>
                <a:spcPct val="107000"/>
              </a:lnSpc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sz="1200" dirty="0">
                <a:ea typeface="Calibri" panose="020F0502020204030204" pitchFamily="34" charset="0"/>
                <a:cs typeface="Times New Roman" panose="02020603050405020304" pitchFamily="18" charset="0"/>
              </a:rPr>
              <a:t>Input idea: MA Bernadette </a:t>
            </a:r>
            <a:r>
              <a:rPr lang="en-US" sz="1200" dirty="0" err="1">
                <a:ea typeface="Calibri" panose="020F0502020204030204" pitchFamily="34" charset="0"/>
                <a:cs typeface="Times New Roman" panose="02020603050405020304" pitchFamily="18" charset="0"/>
              </a:rPr>
              <a:t>Hammerle</a:t>
            </a:r>
            <a:r>
              <a:rPr lang="en-US" sz="1200" dirty="0">
                <a:ea typeface="Calibri" panose="020F0502020204030204" pitchFamily="34" charset="0"/>
                <a:cs typeface="Times New Roman" panose="02020603050405020304" pitchFamily="18" charset="0"/>
              </a:rPr>
              <a:t>: evaluation of apps from different domains </a:t>
            </a:r>
            <a:r>
              <a:rPr lang="en-US" sz="1200" dirty="0" err="1">
                <a:ea typeface="Calibri" panose="020F0502020204030204" pitchFamily="34" charset="0"/>
                <a:cs typeface="Times New Roman" panose="02020603050405020304" pitchFamily="18" charset="0"/>
              </a:rPr>
              <a:t>wrt</a:t>
            </a:r>
            <a:r>
              <a:rPr lang="en-US" sz="1200" dirty="0">
                <a:ea typeface="Calibri" panose="020F0502020204030204" pitchFamily="34" charset="0"/>
                <a:cs typeface="Times New Roman" panose="02020603050405020304" pitchFamily="18" charset="0"/>
              </a:rPr>
              <a:t>. gamification issues</a:t>
            </a:r>
          </a:p>
          <a:p>
            <a:pPr lvl="1">
              <a:lnSpc>
                <a:spcPct val="107000"/>
              </a:lnSpc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sz="1400" dirty="0">
                <a:ea typeface="Calibri" panose="020F0502020204030204" pitchFamily="34" charset="0"/>
                <a:cs typeface="Times New Roman" panose="02020603050405020304" pitchFamily="18" charset="0"/>
              </a:rPr>
              <a:t>Interactivity of diagrams: </a:t>
            </a:r>
            <a:r>
              <a:rPr lang="en-US" sz="1400" dirty="0" err="1">
                <a:ea typeface="Calibri" panose="020F0502020204030204" pitchFamily="34" charset="0"/>
                <a:cs typeface="Times New Roman" panose="02020603050405020304" pitchFamily="18" charset="0"/>
              </a:rPr>
              <a:t>eg</a:t>
            </a:r>
            <a:r>
              <a:rPr lang="en-US" sz="1400" dirty="0">
                <a:ea typeface="Calibri" panose="020F0502020204030204" pitchFamily="34" charset="0"/>
                <a:cs typeface="Times New Roman" panose="02020603050405020304" pitchFamily="18" charset="0"/>
              </a:rPr>
              <a:t> filters (which platforms support attribute “interests”, which platforms support </a:t>
            </a:r>
            <a:r>
              <a:rPr lang="en-US" sz="1400" dirty="0" err="1">
                <a:ea typeface="Calibri" panose="020F0502020204030204" pitchFamily="34" charset="0"/>
                <a:cs typeface="Times New Roman" panose="02020603050405020304" pitchFamily="18" charset="0"/>
              </a:rPr>
              <a:t>goalification</a:t>
            </a:r>
            <a:r>
              <a:rPr lang="en-US" sz="1400" dirty="0">
                <a:ea typeface="Calibri" panose="020F0502020204030204" pitchFamily="34" charset="0"/>
                <a:cs typeface="Times New Roman" panose="02020603050405020304" pitchFamily="18" charset="0"/>
              </a:rPr>
              <a:t>/gamification as such &amp; specific elements)</a:t>
            </a:r>
          </a:p>
          <a:p>
            <a:pPr lvl="1">
              <a:lnSpc>
                <a:spcPct val="107000"/>
              </a:lnSpc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sz="14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App shall be generic and adapt to </a:t>
            </a:r>
            <a:r>
              <a:rPr lang="en-US" sz="14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eg</a:t>
            </a:r>
            <a:r>
              <a:rPr lang="en-US" sz="14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new attributes (e.g. extension of catalog of heterogeneities)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7FC68AF-ABF2-45B7-B14E-9095777C9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428" y="281354"/>
            <a:ext cx="8607144" cy="893762"/>
          </a:xfrm>
        </p:spPr>
        <p:txBody>
          <a:bodyPr/>
          <a:lstStyle/>
          <a:p>
            <a:r>
              <a:rPr lang="en-US" sz="1800" b="1" dirty="0" err="1">
                <a:solidFill>
                  <a:srgbClr val="1F497D"/>
                </a:solidFill>
              </a:rPr>
              <a:t>Reveiling</a:t>
            </a:r>
            <a:r>
              <a:rPr lang="en-US" sz="1800" b="1" dirty="0">
                <a:solidFill>
                  <a:srgbClr val="1F497D"/>
                </a:solidFill>
              </a:rPr>
              <a:t> Volunteer Platform Heterogeneities</a:t>
            </a:r>
            <a:br>
              <a:rPr lang="en-US" sz="1800" b="1" dirty="0">
                <a:solidFill>
                  <a:srgbClr val="1F497D"/>
                </a:solidFill>
              </a:rPr>
            </a:br>
            <a:r>
              <a:rPr lang="en-US" sz="1800" b="1" dirty="0">
                <a:solidFill>
                  <a:srgbClr val="1F497D"/>
                </a:solidFill>
              </a:rPr>
              <a:t>1) </a:t>
            </a:r>
            <a:r>
              <a:rPr lang="en-US" sz="1800" dirty="0">
                <a:solidFill>
                  <a:srgbClr val="1F497D"/>
                </a:solidFill>
              </a:rPr>
              <a:t>Focus Interactive Diagrams</a:t>
            </a:r>
            <a:endParaRPr lang="en-US" sz="1400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2D1362AB-23E3-49FD-BC60-EDB35B4C84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5101" y="3990383"/>
            <a:ext cx="2490009" cy="2490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90168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15001030-FAE1-48B2-920E-46EE745414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072" y="1175116"/>
            <a:ext cx="8450119" cy="4970463"/>
          </a:xfrm>
          <a:ln>
            <a:noFill/>
          </a:ln>
        </p:spPr>
        <p:txBody>
          <a:bodyPr/>
          <a:lstStyle/>
          <a:p>
            <a:pPr indent="-285750">
              <a:lnSpc>
                <a:spcPct val="107000"/>
              </a:lnSpc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sz="16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Crawler Prototype</a:t>
            </a:r>
          </a:p>
          <a:p>
            <a:pPr lvl="1">
              <a:lnSpc>
                <a:spcPct val="107000"/>
              </a:lnSpc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sz="1400" dirty="0">
                <a:ea typeface="Calibri" panose="020F0502020204030204" pitchFamily="34" charset="0"/>
                <a:cs typeface="Times New Roman" panose="02020603050405020304" pitchFamily="18" charset="0"/>
              </a:rPr>
              <a:t>Collect a list of crawlers and evaluate them </a:t>
            </a:r>
            <a:r>
              <a:rPr lang="en-US" sz="1400" dirty="0" err="1">
                <a:ea typeface="Calibri" panose="020F0502020204030204" pitchFamily="34" charset="0"/>
                <a:cs typeface="Times New Roman" panose="02020603050405020304" pitchFamily="18" charset="0"/>
              </a:rPr>
              <a:t>wrt</a:t>
            </a:r>
            <a:r>
              <a:rPr lang="en-US" sz="1400" dirty="0">
                <a:ea typeface="Calibri" panose="020F0502020204030204" pitchFamily="34" charset="0"/>
                <a:cs typeface="Times New Roman" panose="02020603050405020304" pitchFamily="18" charset="0"/>
              </a:rPr>
              <a:t>. general aspects</a:t>
            </a:r>
          </a:p>
          <a:p>
            <a:pPr lvl="1">
              <a:lnSpc>
                <a:spcPct val="107000"/>
              </a:lnSpc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sz="1400" dirty="0">
                <a:ea typeface="Calibri" panose="020F0502020204030204" pitchFamily="34" charset="0"/>
                <a:cs typeface="Times New Roman" panose="02020603050405020304" pitchFamily="18" charset="0"/>
              </a:rPr>
              <a:t>Decide for a limited set of crawlers for the application</a:t>
            </a:r>
          </a:p>
          <a:p>
            <a:pPr lvl="1">
              <a:lnSpc>
                <a:spcPct val="107000"/>
              </a:lnSpc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sz="1400" dirty="0">
                <a:ea typeface="Calibri" panose="020F0502020204030204" pitchFamily="34" charset="0"/>
                <a:cs typeface="Times New Roman" panose="02020603050405020304" pitchFamily="18" charset="0"/>
              </a:rPr>
              <a:t>Crawl volunteer platforms and extract heterogeneities</a:t>
            </a:r>
          </a:p>
          <a:p>
            <a:pPr lvl="2">
              <a:lnSpc>
                <a:spcPct val="107000"/>
              </a:lnSpc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sz="1200" dirty="0">
                <a:ea typeface="Calibri" panose="020F0502020204030204" pitchFamily="34" charset="0"/>
                <a:cs typeface="Times New Roman" panose="02020603050405020304" pitchFamily="18" charset="0"/>
              </a:rPr>
              <a:t>knowledge base of keywords (e.g. interests)</a:t>
            </a:r>
          </a:p>
          <a:p>
            <a:pPr lvl="2">
              <a:lnSpc>
                <a:spcPct val="107000"/>
              </a:lnSpc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sz="1200" dirty="0">
                <a:ea typeface="Calibri" panose="020F0502020204030204" pitchFamily="34" charset="0"/>
                <a:cs typeface="Times New Roman" panose="02020603050405020304" pitchFamily="18" charset="0"/>
              </a:rPr>
              <a:t>Extraction patterns</a:t>
            </a:r>
          </a:p>
          <a:p>
            <a:pPr lvl="1">
              <a:lnSpc>
                <a:spcPct val="107000"/>
              </a:lnSpc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sz="1400" dirty="0">
                <a:ea typeface="Calibri" panose="020F0502020204030204" pitchFamily="34" charset="0"/>
                <a:cs typeface="Times New Roman" panose="02020603050405020304" pitchFamily="18" charset="0"/>
              </a:rPr>
              <a:t>Take into account issues for a follow-up LLM process (which is outside this work)</a:t>
            </a:r>
          </a:p>
          <a:p>
            <a:pPr lvl="2">
              <a:lnSpc>
                <a:spcPct val="107000"/>
              </a:lnSpc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sz="1200" dirty="0" err="1">
                <a:ea typeface="Calibri" panose="020F0502020204030204" pitchFamily="34" charset="0"/>
                <a:cs typeface="Times New Roman" panose="02020603050405020304" pitchFamily="18" charset="0"/>
              </a:rPr>
              <a:t>Eg</a:t>
            </a:r>
            <a:r>
              <a:rPr lang="en-US" sz="1200" dirty="0">
                <a:ea typeface="Calibri" panose="020F0502020204030204" pitchFamily="34" charset="0"/>
                <a:cs typeface="Times New Roman" panose="02020603050405020304" pitchFamily="18" charset="0"/>
              </a:rPr>
              <a:t> volunteer task: length of describing text </a:t>
            </a:r>
          </a:p>
          <a:p>
            <a:pPr lvl="1">
              <a:lnSpc>
                <a:spcPct val="107000"/>
              </a:lnSpc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sz="1400" dirty="0">
                <a:ea typeface="Calibri" panose="020F0502020204030204" pitchFamily="34" charset="0"/>
                <a:cs typeface="Times New Roman" panose="02020603050405020304" pitchFamily="18" charset="0"/>
              </a:rPr>
              <a:t>Present results – has to be detailed</a:t>
            </a:r>
          </a:p>
          <a:p>
            <a:pPr lvl="2">
              <a:lnSpc>
                <a:spcPct val="107000"/>
              </a:lnSpc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sz="1200" dirty="0">
                <a:ea typeface="Calibri" panose="020F0502020204030204" pitchFamily="34" charset="0"/>
                <a:cs typeface="Times New Roman" panose="02020603050405020304" pitchFamily="18" charset="0"/>
              </a:rPr>
              <a:t>Presentation of extracted heterogeneities</a:t>
            </a:r>
          </a:p>
          <a:p>
            <a:pPr lvl="2">
              <a:lnSpc>
                <a:spcPct val="107000"/>
              </a:lnSpc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sz="1200" dirty="0">
                <a:ea typeface="Calibri" panose="020F0502020204030204" pitchFamily="34" charset="0"/>
                <a:cs typeface="Times New Roman" panose="02020603050405020304" pitchFamily="18" charset="0"/>
              </a:rPr>
              <a:t>Filter/search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7FC68AF-ABF2-45B7-B14E-9095777C9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428" y="281354"/>
            <a:ext cx="8607144" cy="893762"/>
          </a:xfrm>
        </p:spPr>
        <p:txBody>
          <a:bodyPr/>
          <a:lstStyle/>
          <a:p>
            <a:r>
              <a:rPr lang="en-US" sz="1800" b="1" dirty="0" err="1">
                <a:solidFill>
                  <a:srgbClr val="1F497D"/>
                </a:solidFill>
              </a:rPr>
              <a:t>Reveiling</a:t>
            </a:r>
            <a:r>
              <a:rPr lang="en-US" sz="1800" b="1" dirty="0">
                <a:solidFill>
                  <a:srgbClr val="1F497D"/>
                </a:solidFill>
              </a:rPr>
              <a:t> Volunteer Platform Heterogeneities</a:t>
            </a:r>
            <a:br>
              <a:rPr lang="en-US" sz="1800" b="1" dirty="0">
                <a:solidFill>
                  <a:srgbClr val="1F497D"/>
                </a:solidFill>
              </a:rPr>
            </a:br>
            <a:r>
              <a:rPr lang="en-US" sz="1800" dirty="0">
                <a:solidFill>
                  <a:srgbClr val="1F497D"/>
                </a:solidFill>
              </a:rPr>
              <a:t>2) Focus Crawling (for AI)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291474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1_folien_mit_logo0">
  <a:themeElements>
    <a:clrScheme name="folien_mit_logo0 9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777777"/>
      </a:hlink>
      <a:folHlink>
        <a:srgbClr val="808080"/>
      </a:folHlink>
    </a:clrScheme>
    <a:fontScheme name="folien_mit_logo0">
      <a:majorFont>
        <a:latin typeface="Verdana"/>
        <a:ea typeface="ＭＳ Ｐゴシック"/>
        <a:cs typeface=""/>
      </a:majorFont>
      <a:minorFont>
        <a:latin typeface="Verdana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 xmlns="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 xmlns="">
              <a:effectLst>
                <a:outerShdw blurRad="63500"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16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  <a:ea typeface="ＭＳ Ｐゴシック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 xmlns="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 xmlns="">
              <a:effectLst>
                <a:outerShdw blurRad="63500"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16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  <a:ea typeface="ＭＳ Ｐゴシック" charset="0"/>
            <a:cs typeface="Arial" charset="0"/>
          </a:defRPr>
        </a:defPPr>
      </a:lstStyle>
    </a:lnDef>
  </a:objectDefaults>
  <a:extraClrSchemeLst>
    <a:extraClrScheme>
      <a:clrScheme name="folien_mit_logo0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olien_mit_logo0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olien_mit_logo0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olien_mit_logo0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olien_mit_logo0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olien_mit_logo0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olien_mit_logo0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olien_mit_logo0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olien_mit_logo0 9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777777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3_Einführung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Folien_CIS_Layout_Vorschlag">
      <a:majorFont>
        <a:latin typeface="Verdana"/>
        <a:ea typeface="ＭＳ Ｐゴシック"/>
        <a:cs typeface=""/>
      </a:majorFont>
      <a:minorFont>
        <a:latin typeface="Verdana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 xmlns="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 xmlns="">
              <a:effectLst>
                <a:outerShdw blurRad="63500"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16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  <a:ea typeface="ＭＳ Ｐゴシック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 xmlns="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 xmlns="">
              <a:effectLst>
                <a:outerShdw blurRad="63500"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16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  <a:ea typeface="ＭＳ Ｐゴシック" charset="0"/>
            <a:cs typeface="Arial" charset="0"/>
          </a:defRPr>
        </a:defPPr>
      </a:lstStyle>
    </a:lnDef>
  </a:objectDefaults>
  <a:extraClrSchemeLst>
    <a:extraClrScheme>
      <a:clrScheme name="Folien_CIS_Layout_Vorschlag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olien_CIS_Layout_Vorschlag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olien_CIS_Layout_Vorschlag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olien_CIS_Layout_Vorschlag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olien_CIS_Layout_Vorschlag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olien_CIS_Layout_Vorschlag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olien_CIS_Layout_Vorschlag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olien_CIS_Layout_Vorschlag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olien_CIS_Layout_Vorschlag 9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777777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1263</Words>
  <Application>Microsoft Office PowerPoint</Application>
  <PresentationFormat>Bildschirmpräsentation (4:3)</PresentationFormat>
  <Paragraphs>145</Paragraphs>
  <Slides>13</Slides>
  <Notes>13</Notes>
  <HiddenSlides>0</HiddenSlides>
  <MMClips>0</MMClips>
  <ScaleCrop>false</ScaleCrop>
  <HeadingPairs>
    <vt:vector size="8" baseType="variant">
      <vt:variant>
        <vt:lpstr>Verwendete Schriftarten</vt:lpstr>
      </vt:variant>
      <vt:variant>
        <vt:i4>9</vt:i4>
      </vt:variant>
      <vt:variant>
        <vt:lpstr>Design</vt:lpstr>
      </vt:variant>
      <vt:variant>
        <vt:i4>2</vt:i4>
      </vt:variant>
      <vt:variant>
        <vt:lpstr>Eingebettete OLE-Server</vt:lpstr>
      </vt:variant>
      <vt:variant>
        <vt:i4>1</vt:i4>
      </vt:variant>
      <vt:variant>
        <vt:lpstr>Folientitel</vt:lpstr>
      </vt:variant>
      <vt:variant>
        <vt:i4>13</vt:i4>
      </vt:variant>
    </vt:vector>
  </HeadingPairs>
  <TitlesOfParts>
    <vt:vector size="25" baseType="lpstr">
      <vt:lpstr>Arial</vt:lpstr>
      <vt:lpstr>Courier New</vt:lpstr>
      <vt:lpstr>HelveticaNeueLT Std</vt:lpstr>
      <vt:lpstr>HelveticaNeueLT Std Cn</vt:lpstr>
      <vt:lpstr>Lucida Grande</vt:lpstr>
      <vt:lpstr>Symbol</vt:lpstr>
      <vt:lpstr>Times New Roman</vt:lpstr>
      <vt:lpstr>Verdana</vt:lpstr>
      <vt:lpstr>Wingdings</vt:lpstr>
      <vt:lpstr>1_folien_mit_logo0</vt:lpstr>
      <vt:lpstr>3_Einführung</vt:lpstr>
      <vt:lpstr>CorelDRAW</vt:lpstr>
      <vt:lpstr>PowerPoint-Präsentation</vt:lpstr>
      <vt:lpstr>Aim of Preliminary Meeting</vt:lpstr>
      <vt:lpstr>My Fields of Interest</vt:lpstr>
      <vt:lpstr>Organizational Issues</vt:lpstr>
      <vt:lpstr>Method / Process of Work</vt:lpstr>
      <vt:lpstr>Example User Stories</vt:lpstr>
      <vt:lpstr>Example Use Case Diagram</vt:lpstr>
      <vt:lpstr>Example Web Model</vt:lpstr>
      <vt:lpstr>Method / Process of Work</vt:lpstr>
      <vt:lpstr>Topic Overview</vt:lpstr>
      <vt:lpstr>Reveiling Volunteer Platform Heterogeneities 1) Focus Interactive Diagrams – 2) Focus Crawling (for AI)</vt:lpstr>
      <vt:lpstr>Reveiling Volunteer Platform Heterogeneities 1) Focus Interactive Diagrams</vt:lpstr>
      <vt:lpstr>Reveiling Volunteer Platform Heterogeneities 2) Focus Crawling (for AI)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Folie 1</dc:title>
  <dc:subject/>
  <dc:creator>admin</dc:creator>
  <cp:keywords/>
  <dc:description/>
  <cp:lastModifiedBy>bproell</cp:lastModifiedBy>
  <cp:revision>4815</cp:revision>
  <cp:lastPrinted>2024-12-16T16:09:11Z</cp:lastPrinted>
  <dcterms:created xsi:type="dcterms:W3CDTF">2007-02-06T06:48:58Z</dcterms:created>
  <dcterms:modified xsi:type="dcterms:W3CDTF">2025-04-24T10:49:43Z</dcterms:modified>
  <cp:category/>
</cp:coreProperties>
</file>